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65" r:id="rId6"/>
    <p:sldId id="266" r:id="rId7"/>
    <p:sldId id="281" r:id="rId8"/>
    <p:sldId id="280" r:id="rId9"/>
    <p:sldId id="282" r:id="rId10"/>
    <p:sldId id="279" r:id="rId11"/>
    <p:sldId id="267" r:id="rId12"/>
    <p:sldId id="261" r:id="rId13"/>
    <p:sldId id="268" r:id="rId14"/>
    <p:sldId id="283" r:id="rId15"/>
    <p:sldId id="284" r:id="rId16"/>
    <p:sldId id="285" r:id="rId17"/>
    <p:sldId id="286" r:id="rId18"/>
    <p:sldId id="287" r:id="rId19"/>
    <p:sldId id="288" r:id="rId20"/>
    <p:sldId id="264"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6DB7"/>
    <a:srgbClr val="01B5EE"/>
    <a:srgbClr val="FFFFFF"/>
    <a:srgbClr val="086DB8"/>
    <a:srgbClr val="0297D8"/>
    <a:srgbClr val="0183C8"/>
    <a:srgbClr val="51C7F3"/>
    <a:srgbClr val="084B9D"/>
    <a:srgbClr val="164A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838" autoAdjust="0"/>
    <p:restoredTop sz="94660"/>
  </p:normalViewPr>
  <p:slideViewPr>
    <p:cSldViewPr snapToGrid="0">
      <p:cViewPr varScale="1">
        <p:scale>
          <a:sx n="69" d="100"/>
          <a:sy n="69" d="100"/>
        </p:scale>
        <p:origin x="90"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title">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and title">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and title">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DF941C-CFB0-4F11-B733-C4BE955A350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0095965-4D93-4CF5-B6EA-EEBE68E5FAA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DF941C-CFB0-4F11-B733-C4BE955A350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095965-4D93-4CF5-B6EA-EEBE68E5FAA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jpe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jpe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6.png"/><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2034863" y="-1674253"/>
            <a:ext cx="5988677" cy="7546309"/>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flipV="1">
            <a:off x="9478944" y="-1152940"/>
            <a:ext cx="4829764" cy="6085967"/>
          </a:xfrm>
          <a:custGeom>
            <a:avLst/>
            <a:gdLst>
              <a:gd name="connsiteX0" fmla="*/ 0 w 4829764"/>
              <a:gd name="connsiteY0" fmla="*/ 6085967 h 6085967"/>
              <a:gd name="connsiteX1" fmla="*/ 4829764 w 4829764"/>
              <a:gd name="connsiteY1" fmla="*/ 6085967 h 6085967"/>
              <a:gd name="connsiteX2" fmla="*/ 4829764 w 4829764"/>
              <a:gd name="connsiteY2" fmla="*/ 0 h 6085967"/>
              <a:gd name="connsiteX3" fmla="*/ 2274590 w 4829764"/>
              <a:gd name="connsiteY3" fmla="*/ 0 h 6085967"/>
              <a:gd name="connsiteX4" fmla="*/ 2414882 w 4829764"/>
              <a:gd name="connsiteY4" fmla="*/ 117230 h 6085967"/>
              <a:gd name="connsiteX5" fmla="*/ 1216730 w 4829764"/>
              <a:gd name="connsiteY5" fmla="*/ 1551084 h 6085967"/>
              <a:gd name="connsiteX6" fmla="*/ 0 w 4829764"/>
              <a:gd name="connsiteY6" fmla="*/ 534364 h 608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29764" h="6085967">
                <a:moveTo>
                  <a:pt x="0" y="6085967"/>
                </a:moveTo>
                <a:lnTo>
                  <a:pt x="4829764" y="6085967"/>
                </a:lnTo>
                <a:lnTo>
                  <a:pt x="4829764" y="0"/>
                </a:lnTo>
                <a:lnTo>
                  <a:pt x="2274590" y="0"/>
                </a:lnTo>
                <a:lnTo>
                  <a:pt x="2414882" y="117230"/>
                </a:lnTo>
                <a:lnTo>
                  <a:pt x="1216730" y="1551084"/>
                </a:lnTo>
                <a:lnTo>
                  <a:pt x="0" y="534364"/>
                </a:lnTo>
                <a:close/>
              </a:path>
            </a:pathLst>
          </a:custGeom>
        </p:spPr>
      </p:pic>
      <p:sp>
        <p:nvSpPr>
          <p:cNvPr id="5" name="文本框 4" descr="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
          <p:cNvSpPr txBox="1"/>
          <p:nvPr/>
        </p:nvSpPr>
        <p:spPr>
          <a:xfrm flipH="1">
            <a:off x="4129860" y="3161051"/>
            <a:ext cx="5975744" cy="2122805"/>
          </a:xfrm>
          <a:prstGeom prst="rect">
            <a:avLst/>
          </a:prstGeom>
          <a:noFill/>
        </p:spPr>
        <p:txBody>
          <a:bodyPr wrap="square" rtlCol="0">
            <a:spAutoFit/>
          </a:bodyPr>
          <a:lstStyle/>
          <a:p>
            <a:pPr algn="ctr"/>
            <a:r>
              <a:rPr lang="en-GB" altLang="en-US" sz="6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rPr>
              <a:t>Home Assignment</a:t>
            </a:r>
            <a:endParaRPr lang="en-GB" altLang="en-US" sz="6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6" name="文本框 5" descr="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
          <p:cNvSpPr txBox="1"/>
          <p:nvPr/>
        </p:nvSpPr>
        <p:spPr>
          <a:xfrm flipH="1">
            <a:off x="3274695" y="5543550"/>
            <a:ext cx="6781800" cy="460375"/>
          </a:xfrm>
          <a:prstGeom prst="rect">
            <a:avLst/>
          </a:prstGeom>
          <a:noFill/>
        </p:spPr>
        <p:txBody>
          <a:bodyPr wrap="square" rtlCol="0">
            <a:spAutoFit/>
          </a:bodyPr>
          <a:lstStyle/>
          <a:p>
            <a:r>
              <a:rPr lang="en-GB" altLang="zh-CN" sz="2400" b="1" dirty="0">
                <a:gradFill>
                  <a:gsLst>
                    <a:gs pos="0">
                      <a:srgbClr val="51C7F3"/>
                    </a:gs>
                    <a:gs pos="100000">
                      <a:srgbClr val="084B9D"/>
                    </a:gs>
                  </a:gsLst>
                  <a:lin ang="5400000" scaled="1"/>
                </a:gradFill>
                <a:latin typeface="Arial" panose="020B0604020202020204" pitchFamily="34" charset="0"/>
                <a:ea typeface="方正兰亭超细黑简体" panose="02000000000000000000" pitchFamily="2" charset="-122"/>
                <a:cs typeface="Arial" panose="020B0604020202020204" pitchFamily="34" charset="0"/>
              </a:rPr>
              <a:t>Week - 2  (Prompt Engineering &amp;Techniques)</a:t>
            </a:r>
            <a:endParaRPr lang="en-GB" altLang="zh-CN" sz="2400" b="1" dirty="0">
              <a:gradFill>
                <a:gsLst>
                  <a:gs pos="0">
                    <a:srgbClr val="51C7F3"/>
                  </a:gs>
                  <a:gs pos="100000">
                    <a:srgbClr val="084B9D"/>
                  </a:gs>
                </a:gsLst>
                <a:lin ang="5400000" scaled="1"/>
              </a:gradFill>
              <a:latin typeface="Arial" panose="020B0604020202020204" pitchFamily="34" charset="0"/>
              <a:ea typeface="方正兰亭超细黑简体" panose="02000000000000000000" pitchFamily="2" charset="-122"/>
              <a:cs typeface="Arial" panose="020B0604020202020204" pitchFamily="34" charset="0"/>
            </a:endParaRPr>
          </a:p>
        </p:txBody>
      </p:sp>
      <p:cxnSp>
        <p:nvCxnSpPr>
          <p:cNvPr id="15" name="直接连接符 14"/>
          <p:cNvCxnSpPr/>
          <p:nvPr/>
        </p:nvCxnSpPr>
        <p:spPr>
          <a:xfrm>
            <a:off x="6831221" y="2901611"/>
            <a:ext cx="540000" cy="0"/>
          </a:xfrm>
          <a:prstGeom prst="line">
            <a:avLst/>
          </a:prstGeom>
          <a:noFill/>
          <a:ln w="38100">
            <a:solidFill>
              <a:srgbClr val="026DB7"/>
            </a:solidFill>
            <a:prstDash val="solid"/>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750" fill="hold"/>
                                        <p:tgtEl>
                                          <p:spTgt spid="5"/>
                                        </p:tgtEl>
                                        <p:attrNameLst>
                                          <p:attrName>ppt_w</p:attrName>
                                        </p:attrNameLst>
                                      </p:cBhvr>
                                      <p:tavLst>
                                        <p:tav tm="0">
                                          <p:val>
                                            <p:fltVal val="0"/>
                                          </p:val>
                                        </p:tav>
                                        <p:tav tm="100000">
                                          <p:val>
                                            <p:strVal val="#ppt_w"/>
                                          </p:val>
                                        </p:tav>
                                      </p:tavLst>
                                    </p:anim>
                                    <p:anim calcmode="lin" valueType="num">
                                      <p:cBhvr>
                                        <p:cTn id="8" dur="750" fill="hold"/>
                                        <p:tgtEl>
                                          <p:spTgt spid="5"/>
                                        </p:tgtEl>
                                        <p:attrNameLst>
                                          <p:attrName>ppt_h</p:attrName>
                                        </p:attrNameLst>
                                      </p:cBhvr>
                                      <p:tavLst>
                                        <p:tav tm="0">
                                          <p:val>
                                            <p:fltVal val="0"/>
                                          </p:val>
                                        </p:tav>
                                        <p:tav tm="100000">
                                          <p:val>
                                            <p:strVal val="#ppt_h"/>
                                          </p:val>
                                        </p:tav>
                                      </p:tavLst>
                                    </p:anim>
                                    <p:animEffect transition="in" filter="fade">
                                      <p:cBhvr>
                                        <p:cTn id="9" dur="750"/>
                                        <p:tgtEl>
                                          <p:spTgt spid="5"/>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750" fill="hold"/>
                                        <p:tgtEl>
                                          <p:spTgt spid="6"/>
                                        </p:tgtEl>
                                        <p:attrNameLst>
                                          <p:attrName>ppt_w</p:attrName>
                                        </p:attrNameLst>
                                      </p:cBhvr>
                                      <p:tavLst>
                                        <p:tav tm="0">
                                          <p:val>
                                            <p:fltVal val="0"/>
                                          </p:val>
                                        </p:tav>
                                        <p:tav tm="100000">
                                          <p:val>
                                            <p:strVal val="#ppt_w"/>
                                          </p:val>
                                        </p:tav>
                                      </p:tavLst>
                                    </p:anim>
                                    <p:anim calcmode="lin" valueType="num">
                                      <p:cBhvr>
                                        <p:cTn id="14" dur="750" fill="hold"/>
                                        <p:tgtEl>
                                          <p:spTgt spid="6"/>
                                        </p:tgtEl>
                                        <p:attrNameLst>
                                          <p:attrName>ppt_h</p:attrName>
                                        </p:attrNameLst>
                                      </p:cBhvr>
                                      <p:tavLst>
                                        <p:tav tm="0">
                                          <p:val>
                                            <p:fltVal val="0"/>
                                          </p:val>
                                        </p:tav>
                                        <p:tav tm="100000">
                                          <p:val>
                                            <p:strVal val="#ppt_h"/>
                                          </p:val>
                                        </p:tav>
                                      </p:tavLst>
                                    </p:anim>
                                    <p:animEffect transition="in" filter="fade">
                                      <p:cBhvr>
                                        <p:cTn id="15"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0" y="0"/>
            <a:ext cx="5771976" cy="6448526"/>
          </a:xfrm>
          <a:prstGeom prst="rect">
            <a:avLst/>
          </a:prstGeom>
        </p:spPr>
      </p:pic>
      <p:sp>
        <p:nvSpPr>
          <p:cNvPr id="7" name="文本框 6" descr="e7d195523061f1c0deeec63e560781cfd59afb0ea006f2a87ABB68BF51EA6619813959095094C18C62A12F549504892A4AAA8C1554C6663626E05CA27F281A14E6983772AFC3FB97135759321DEA3D704CB8FFD9D2544D20427D00997056F5C96BEB36E87B176A9A2B0208D5F0253CAA64F289E16775627845AD05F6A8DA43D217D906D92F737DD9"/>
          <p:cNvSpPr txBox="1"/>
          <p:nvPr/>
        </p:nvSpPr>
        <p:spPr>
          <a:xfrm>
            <a:off x="237490" y="4306570"/>
            <a:ext cx="5050155" cy="1014730"/>
          </a:xfrm>
          <a:prstGeom prst="rect">
            <a:avLst/>
          </a:prstGeom>
          <a:noFill/>
          <a:effectLst/>
        </p:spPr>
        <p:txBody>
          <a:bodyPr wrap="square" rtlCol="0">
            <a:spAutoFit/>
          </a:bodyPr>
          <a:lstStyle/>
          <a:p>
            <a:pPr algn="ctr"/>
            <a:r>
              <a:rPr lang="en-US" altLang="zh-CN" sz="60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rPr>
              <a:t>CONTENTS</a:t>
            </a:r>
            <a:endParaRPr lang="zh-CN" altLang="en-US" sz="28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endParaRPr>
          </a:p>
        </p:txBody>
      </p:sp>
      <p:pic>
        <p:nvPicPr>
          <p:cNvPr id="12" name="图片 11"/>
          <p:cNvPicPr>
            <a:picLocks noChangeAspect="1"/>
          </p:cNvPicPr>
          <p:nvPr/>
        </p:nvPicPr>
        <p:blipFill rotWithShape="1">
          <a:blip r:embed="rId1" cstate="print">
            <a:extLst>
              <a:ext uri="{28A0092B-C50C-407E-A947-70E740481C1C}">
                <a14:useLocalDpi xmlns:a14="http://schemas.microsoft.com/office/drawing/2010/main" val="0"/>
              </a:ext>
            </a:extLst>
          </a:blip>
          <a:srcRect l="52148" t="38530" r="33534" b="50488"/>
          <a:stretch>
            <a:fillRect/>
          </a:stretch>
        </p:blipFill>
        <p:spPr>
          <a:xfrm>
            <a:off x="6389014" y="4952470"/>
            <a:ext cx="846752" cy="846752"/>
          </a:xfrm>
          <a:custGeom>
            <a:avLst/>
            <a:gdLst>
              <a:gd name="connsiteX0" fmla="*/ 479588 w 959176"/>
              <a:gd name="connsiteY0" fmla="*/ 0 h 959176"/>
              <a:gd name="connsiteX1" fmla="*/ 959176 w 959176"/>
              <a:gd name="connsiteY1" fmla="*/ 479588 h 959176"/>
              <a:gd name="connsiteX2" fmla="*/ 479588 w 959176"/>
              <a:gd name="connsiteY2" fmla="*/ 959176 h 959176"/>
              <a:gd name="connsiteX3" fmla="*/ 0 w 959176"/>
              <a:gd name="connsiteY3" fmla="*/ 479588 h 959176"/>
              <a:gd name="connsiteX4" fmla="*/ 479588 w 959176"/>
              <a:gd name="connsiteY4" fmla="*/ 0 h 959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176" h="959176">
                <a:moveTo>
                  <a:pt x="479588" y="0"/>
                </a:moveTo>
                <a:cubicBezTo>
                  <a:pt x="744457" y="0"/>
                  <a:pt x="959176" y="214719"/>
                  <a:pt x="959176" y="479588"/>
                </a:cubicBezTo>
                <a:cubicBezTo>
                  <a:pt x="959176" y="744457"/>
                  <a:pt x="744457" y="959176"/>
                  <a:pt x="479588" y="959176"/>
                </a:cubicBezTo>
                <a:cubicBezTo>
                  <a:pt x="214719" y="959176"/>
                  <a:pt x="0" y="744457"/>
                  <a:pt x="0" y="479588"/>
                </a:cubicBezTo>
                <a:cubicBezTo>
                  <a:pt x="0" y="214719"/>
                  <a:pt x="214719" y="0"/>
                  <a:pt x="479588" y="0"/>
                </a:cubicBezTo>
                <a:close/>
              </a:path>
            </a:pathLst>
          </a:custGeom>
        </p:spPr>
      </p:pic>
      <p:pic>
        <p:nvPicPr>
          <p:cNvPr id="14" name="图片 13"/>
          <p:cNvPicPr>
            <a:picLocks noChangeAspect="1"/>
          </p:cNvPicPr>
          <p:nvPr/>
        </p:nvPicPr>
        <p:blipFill rotWithShape="1">
          <a:blip r:embed="rId1" cstate="print">
            <a:extLst>
              <a:ext uri="{28A0092B-C50C-407E-A947-70E740481C1C}">
                <a14:useLocalDpi xmlns:a14="http://schemas.microsoft.com/office/drawing/2010/main" val="0"/>
              </a:ext>
            </a:extLst>
          </a:blip>
          <a:srcRect l="47979" t="51301" r="37702" b="37718"/>
          <a:stretch>
            <a:fillRect/>
          </a:stretch>
        </p:blipFill>
        <p:spPr>
          <a:xfrm>
            <a:off x="6389014" y="3682342"/>
            <a:ext cx="846752" cy="846752"/>
          </a:xfrm>
          <a:custGeom>
            <a:avLst/>
            <a:gdLst>
              <a:gd name="connsiteX0" fmla="*/ 479588 w 959176"/>
              <a:gd name="connsiteY0" fmla="*/ 0 h 959176"/>
              <a:gd name="connsiteX1" fmla="*/ 959176 w 959176"/>
              <a:gd name="connsiteY1" fmla="*/ 479588 h 959176"/>
              <a:gd name="connsiteX2" fmla="*/ 479588 w 959176"/>
              <a:gd name="connsiteY2" fmla="*/ 959176 h 959176"/>
              <a:gd name="connsiteX3" fmla="*/ 0 w 959176"/>
              <a:gd name="connsiteY3" fmla="*/ 479588 h 959176"/>
              <a:gd name="connsiteX4" fmla="*/ 479588 w 959176"/>
              <a:gd name="connsiteY4" fmla="*/ 0 h 959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176" h="959176">
                <a:moveTo>
                  <a:pt x="479588" y="0"/>
                </a:moveTo>
                <a:cubicBezTo>
                  <a:pt x="744457" y="0"/>
                  <a:pt x="959176" y="214719"/>
                  <a:pt x="959176" y="479588"/>
                </a:cubicBezTo>
                <a:cubicBezTo>
                  <a:pt x="959176" y="744457"/>
                  <a:pt x="744457" y="959176"/>
                  <a:pt x="479588" y="959176"/>
                </a:cubicBezTo>
                <a:cubicBezTo>
                  <a:pt x="214719" y="959176"/>
                  <a:pt x="0" y="744457"/>
                  <a:pt x="0" y="479588"/>
                </a:cubicBezTo>
                <a:cubicBezTo>
                  <a:pt x="0" y="214719"/>
                  <a:pt x="214719" y="0"/>
                  <a:pt x="479588" y="0"/>
                </a:cubicBezTo>
                <a:close/>
              </a:path>
            </a:pathLst>
          </a:custGeom>
        </p:spPr>
      </p:pic>
      <p:pic>
        <p:nvPicPr>
          <p:cNvPr id="16" name="图片 15"/>
          <p:cNvPicPr>
            <a:picLocks noChangeAspect="1"/>
          </p:cNvPicPr>
          <p:nvPr/>
        </p:nvPicPr>
        <p:blipFill rotWithShape="1">
          <a:blip r:embed="rId1" cstate="print">
            <a:extLst>
              <a:ext uri="{28A0092B-C50C-407E-A947-70E740481C1C}">
                <a14:useLocalDpi xmlns:a14="http://schemas.microsoft.com/office/drawing/2010/main" val="0"/>
              </a:ext>
            </a:extLst>
          </a:blip>
          <a:srcRect l="30299" t="54744" r="55383" b="34274"/>
          <a:stretch>
            <a:fillRect/>
          </a:stretch>
        </p:blipFill>
        <p:spPr>
          <a:xfrm>
            <a:off x="6389014" y="2412213"/>
            <a:ext cx="846752" cy="846752"/>
          </a:xfrm>
          <a:custGeom>
            <a:avLst/>
            <a:gdLst>
              <a:gd name="connsiteX0" fmla="*/ 479588 w 959176"/>
              <a:gd name="connsiteY0" fmla="*/ 0 h 959176"/>
              <a:gd name="connsiteX1" fmla="*/ 959176 w 959176"/>
              <a:gd name="connsiteY1" fmla="*/ 479588 h 959176"/>
              <a:gd name="connsiteX2" fmla="*/ 479588 w 959176"/>
              <a:gd name="connsiteY2" fmla="*/ 959176 h 959176"/>
              <a:gd name="connsiteX3" fmla="*/ 0 w 959176"/>
              <a:gd name="connsiteY3" fmla="*/ 479588 h 959176"/>
              <a:gd name="connsiteX4" fmla="*/ 479588 w 959176"/>
              <a:gd name="connsiteY4" fmla="*/ 0 h 959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176" h="959176">
                <a:moveTo>
                  <a:pt x="479588" y="0"/>
                </a:moveTo>
                <a:cubicBezTo>
                  <a:pt x="744457" y="0"/>
                  <a:pt x="959176" y="214719"/>
                  <a:pt x="959176" y="479588"/>
                </a:cubicBezTo>
                <a:cubicBezTo>
                  <a:pt x="959176" y="744457"/>
                  <a:pt x="744457" y="959176"/>
                  <a:pt x="479588" y="959176"/>
                </a:cubicBezTo>
                <a:cubicBezTo>
                  <a:pt x="214719" y="959176"/>
                  <a:pt x="0" y="744457"/>
                  <a:pt x="0" y="479588"/>
                </a:cubicBezTo>
                <a:cubicBezTo>
                  <a:pt x="0" y="214719"/>
                  <a:pt x="214719" y="0"/>
                  <a:pt x="479588" y="0"/>
                </a:cubicBezTo>
                <a:close/>
              </a:path>
            </a:pathLst>
          </a:custGeom>
        </p:spPr>
      </p:pic>
      <p:pic>
        <p:nvPicPr>
          <p:cNvPr id="18" name="图片 17"/>
          <p:cNvPicPr>
            <a:picLocks noChangeAspect="1"/>
          </p:cNvPicPr>
          <p:nvPr/>
        </p:nvPicPr>
        <p:blipFill rotWithShape="1">
          <a:blip r:embed="rId1" cstate="print">
            <a:extLst>
              <a:ext uri="{28A0092B-C50C-407E-A947-70E740481C1C}">
                <a14:useLocalDpi xmlns:a14="http://schemas.microsoft.com/office/drawing/2010/main" val="0"/>
              </a:ext>
            </a:extLst>
          </a:blip>
          <a:srcRect l="30140" t="40370" r="55541" b="48648"/>
          <a:stretch>
            <a:fillRect/>
          </a:stretch>
        </p:blipFill>
        <p:spPr>
          <a:xfrm>
            <a:off x="6389014" y="1142085"/>
            <a:ext cx="846752" cy="846752"/>
          </a:xfrm>
          <a:custGeom>
            <a:avLst/>
            <a:gdLst>
              <a:gd name="connsiteX0" fmla="*/ 479588 w 959176"/>
              <a:gd name="connsiteY0" fmla="*/ 0 h 959176"/>
              <a:gd name="connsiteX1" fmla="*/ 959176 w 959176"/>
              <a:gd name="connsiteY1" fmla="*/ 479588 h 959176"/>
              <a:gd name="connsiteX2" fmla="*/ 479588 w 959176"/>
              <a:gd name="connsiteY2" fmla="*/ 959176 h 959176"/>
              <a:gd name="connsiteX3" fmla="*/ 0 w 959176"/>
              <a:gd name="connsiteY3" fmla="*/ 479588 h 959176"/>
              <a:gd name="connsiteX4" fmla="*/ 479588 w 959176"/>
              <a:gd name="connsiteY4" fmla="*/ 0 h 959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9176" h="959176">
                <a:moveTo>
                  <a:pt x="479588" y="0"/>
                </a:moveTo>
                <a:cubicBezTo>
                  <a:pt x="744457" y="0"/>
                  <a:pt x="959176" y="214719"/>
                  <a:pt x="959176" y="479588"/>
                </a:cubicBezTo>
                <a:cubicBezTo>
                  <a:pt x="959176" y="744457"/>
                  <a:pt x="744457" y="959176"/>
                  <a:pt x="479588" y="959176"/>
                </a:cubicBezTo>
                <a:cubicBezTo>
                  <a:pt x="214719" y="959176"/>
                  <a:pt x="0" y="744457"/>
                  <a:pt x="0" y="479588"/>
                </a:cubicBezTo>
                <a:cubicBezTo>
                  <a:pt x="0" y="214719"/>
                  <a:pt x="214719" y="0"/>
                  <a:pt x="479588" y="0"/>
                </a:cubicBezTo>
                <a:close/>
              </a:path>
            </a:pathLst>
          </a:custGeom>
        </p:spPr>
      </p:pic>
      <p:sp>
        <p:nvSpPr>
          <p:cNvPr id="20" name="文本框 19"/>
          <p:cNvSpPr txBox="1"/>
          <p:nvPr/>
        </p:nvSpPr>
        <p:spPr>
          <a:xfrm>
            <a:off x="7549414" y="1209244"/>
            <a:ext cx="4196080" cy="645160"/>
          </a:xfrm>
          <a:prstGeom prst="rect">
            <a:avLst/>
          </a:prstGeom>
          <a:noFill/>
        </p:spPr>
        <p:txBody>
          <a:bodyPr wrap="none" rtlCol="0">
            <a:spAutoFit/>
          </a:bodyPr>
          <a:lstStyle/>
          <a:p>
            <a:r>
              <a:rPr lang="en-GB" altLang="en-US" sz="3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rPr>
              <a:t>ICEPOT Scenarios</a:t>
            </a:r>
            <a:endParaRPr lang="en-GB" altLang="en-US" sz="3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21" name="文本框 20"/>
          <p:cNvSpPr txBox="1"/>
          <p:nvPr/>
        </p:nvSpPr>
        <p:spPr>
          <a:xfrm>
            <a:off x="6478003" y="1242295"/>
            <a:ext cx="668773" cy="646331"/>
          </a:xfrm>
          <a:prstGeom prst="rect">
            <a:avLst/>
          </a:prstGeom>
          <a:noFill/>
        </p:spPr>
        <p:txBody>
          <a:bodyPr wrap="none" rtlCol="0">
            <a:spAutoFit/>
          </a:bodyPr>
          <a:lstStyle/>
          <a:p>
            <a:r>
              <a:rPr lang="en-US" altLang="zh-CN" sz="36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rPr>
              <a:t>01</a:t>
            </a:r>
            <a:endParaRPr lang="en-US" altLang="zh-CN" sz="36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endParaRPr>
          </a:p>
        </p:txBody>
      </p:sp>
      <p:sp>
        <p:nvSpPr>
          <p:cNvPr id="22" name="文本框 21"/>
          <p:cNvSpPr txBox="1"/>
          <p:nvPr/>
        </p:nvSpPr>
        <p:spPr>
          <a:xfrm>
            <a:off x="6478003" y="2486350"/>
            <a:ext cx="668773" cy="646331"/>
          </a:xfrm>
          <a:prstGeom prst="rect">
            <a:avLst/>
          </a:prstGeom>
          <a:noFill/>
        </p:spPr>
        <p:txBody>
          <a:bodyPr wrap="none" rtlCol="0">
            <a:spAutoFit/>
          </a:bodyPr>
          <a:lstStyle/>
          <a:p>
            <a:r>
              <a:rPr lang="en-US" altLang="zh-CN" sz="36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rPr>
              <a:t>02</a:t>
            </a:r>
            <a:endParaRPr lang="en-US" altLang="zh-CN" sz="36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endParaRPr>
          </a:p>
        </p:txBody>
      </p:sp>
      <p:sp>
        <p:nvSpPr>
          <p:cNvPr id="23" name="文本框 22"/>
          <p:cNvSpPr txBox="1"/>
          <p:nvPr/>
        </p:nvSpPr>
        <p:spPr>
          <a:xfrm>
            <a:off x="6502918" y="3739044"/>
            <a:ext cx="668773" cy="646331"/>
          </a:xfrm>
          <a:prstGeom prst="rect">
            <a:avLst/>
          </a:prstGeom>
          <a:noFill/>
        </p:spPr>
        <p:txBody>
          <a:bodyPr wrap="none" rtlCol="0">
            <a:spAutoFit/>
          </a:bodyPr>
          <a:lstStyle/>
          <a:p>
            <a:r>
              <a:rPr lang="en-US" altLang="zh-CN" sz="36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rPr>
              <a:t>03</a:t>
            </a:r>
            <a:endParaRPr lang="en-US" altLang="zh-CN" sz="36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endParaRPr>
          </a:p>
        </p:txBody>
      </p:sp>
      <p:sp>
        <p:nvSpPr>
          <p:cNvPr id="24" name="文本框 23"/>
          <p:cNvSpPr txBox="1"/>
          <p:nvPr/>
        </p:nvSpPr>
        <p:spPr>
          <a:xfrm>
            <a:off x="6503770" y="5052680"/>
            <a:ext cx="668773" cy="646331"/>
          </a:xfrm>
          <a:prstGeom prst="rect">
            <a:avLst/>
          </a:prstGeom>
          <a:noFill/>
        </p:spPr>
        <p:txBody>
          <a:bodyPr wrap="none" rtlCol="0">
            <a:spAutoFit/>
          </a:bodyPr>
          <a:lstStyle/>
          <a:p>
            <a:r>
              <a:rPr lang="en-US" altLang="zh-CN" sz="36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rPr>
              <a:t>04</a:t>
            </a:r>
            <a:endParaRPr lang="en-US" altLang="zh-CN" sz="36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endParaRPr>
          </a:p>
        </p:txBody>
      </p:sp>
      <p:sp>
        <p:nvSpPr>
          <p:cNvPr id="25" name="文本框 24"/>
          <p:cNvSpPr txBox="1"/>
          <p:nvPr/>
        </p:nvSpPr>
        <p:spPr>
          <a:xfrm>
            <a:off x="7549414" y="2470484"/>
            <a:ext cx="3840480" cy="645160"/>
          </a:xfrm>
          <a:prstGeom prst="rect">
            <a:avLst/>
          </a:prstGeom>
          <a:noFill/>
        </p:spPr>
        <p:txBody>
          <a:bodyPr wrap="none" rtlCol="0">
            <a:spAutoFit/>
          </a:bodyPr>
          <a:lstStyle/>
          <a:p>
            <a:r>
              <a:rPr lang="en-GB" altLang="en-US" sz="3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rPr>
              <a:t>Socratic Prompt </a:t>
            </a:r>
            <a:endParaRPr lang="en-GB" altLang="en-US" sz="3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26" name="文本框 25"/>
          <p:cNvSpPr txBox="1"/>
          <p:nvPr/>
        </p:nvSpPr>
        <p:spPr>
          <a:xfrm>
            <a:off x="7549414" y="3739044"/>
            <a:ext cx="4221480" cy="645160"/>
          </a:xfrm>
          <a:prstGeom prst="rect">
            <a:avLst/>
          </a:prstGeom>
          <a:noFill/>
        </p:spPr>
        <p:txBody>
          <a:bodyPr wrap="none" rtlCol="0">
            <a:spAutoFit/>
          </a:bodyPr>
          <a:lstStyle/>
          <a:p>
            <a:r>
              <a:rPr lang="en-GB" altLang="en-US" sz="3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rPr>
              <a:t>Chain of Thoughts</a:t>
            </a:r>
            <a:endParaRPr lang="en-GB" altLang="en-US" sz="3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27" name="文本框 26"/>
          <p:cNvSpPr txBox="1"/>
          <p:nvPr/>
        </p:nvSpPr>
        <p:spPr>
          <a:xfrm>
            <a:off x="7549414" y="5000284"/>
            <a:ext cx="4450080" cy="645160"/>
          </a:xfrm>
          <a:prstGeom prst="rect">
            <a:avLst/>
          </a:prstGeom>
          <a:noFill/>
        </p:spPr>
        <p:txBody>
          <a:bodyPr wrap="none" rtlCol="0">
            <a:spAutoFit/>
          </a:bodyPr>
          <a:lstStyle/>
          <a:p>
            <a:r>
              <a:rPr lang="en-GB" altLang="en-US" sz="3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rPr>
              <a:t>Postman Collection</a:t>
            </a:r>
            <a:endParaRPr lang="en-GB" altLang="en-US" sz="36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0" presetClass="entr" presetSubtype="0" decel="100000"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1000" fill="hold"/>
                                        <p:tgtEl>
                                          <p:spTgt spid="20"/>
                                        </p:tgtEl>
                                        <p:attrNameLst>
                                          <p:attrName>ppt_w</p:attrName>
                                        </p:attrNameLst>
                                      </p:cBhvr>
                                      <p:tavLst>
                                        <p:tav tm="0">
                                          <p:val>
                                            <p:strVal val="#ppt_w+.3"/>
                                          </p:val>
                                        </p:tav>
                                        <p:tav tm="100000">
                                          <p:val>
                                            <p:strVal val="#ppt_w"/>
                                          </p:val>
                                        </p:tav>
                                      </p:tavLst>
                                    </p:anim>
                                    <p:anim calcmode="lin" valueType="num">
                                      <p:cBhvr>
                                        <p:cTn id="14" dur="1000" fill="hold"/>
                                        <p:tgtEl>
                                          <p:spTgt spid="20"/>
                                        </p:tgtEl>
                                        <p:attrNameLst>
                                          <p:attrName>ppt_h</p:attrName>
                                        </p:attrNameLst>
                                      </p:cBhvr>
                                      <p:tavLst>
                                        <p:tav tm="0">
                                          <p:val>
                                            <p:strVal val="#ppt_h"/>
                                          </p:val>
                                        </p:tav>
                                        <p:tav tm="100000">
                                          <p:val>
                                            <p:strVal val="#ppt_h"/>
                                          </p:val>
                                        </p:tav>
                                      </p:tavLst>
                                    </p:anim>
                                    <p:animEffect transition="in" filter="fade">
                                      <p:cBhvr>
                                        <p:cTn id="15" dur="1000"/>
                                        <p:tgtEl>
                                          <p:spTgt spid="20"/>
                                        </p:tgtEl>
                                      </p:cBhvr>
                                    </p:animEffect>
                                  </p:childTnLst>
                                </p:cTn>
                              </p:par>
                            </p:childTnLst>
                          </p:cTn>
                        </p:par>
                        <p:par>
                          <p:cTn id="16" fill="hold">
                            <p:stCondLst>
                              <p:cond delay="2000"/>
                            </p:stCondLst>
                            <p:childTnLst>
                              <p:par>
                                <p:cTn id="17" presetID="50" presetClass="entr" presetSubtype="0" decel="10000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1000" fill="hold"/>
                                        <p:tgtEl>
                                          <p:spTgt spid="21"/>
                                        </p:tgtEl>
                                        <p:attrNameLst>
                                          <p:attrName>ppt_w</p:attrName>
                                        </p:attrNameLst>
                                      </p:cBhvr>
                                      <p:tavLst>
                                        <p:tav tm="0">
                                          <p:val>
                                            <p:strVal val="#ppt_w+.3"/>
                                          </p:val>
                                        </p:tav>
                                        <p:tav tm="100000">
                                          <p:val>
                                            <p:strVal val="#ppt_w"/>
                                          </p:val>
                                        </p:tav>
                                      </p:tavLst>
                                    </p:anim>
                                    <p:anim calcmode="lin" valueType="num">
                                      <p:cBhvr>
                                        <p:cTn id="20" dur="1000" fill="hold"/>
                                        <p:tgtEl>
                                          <p:spTgt spid="21"/>
                                        </p:tgtEl>
                                        <p:attrNameLst>
                                          <p:attrName>ppt_h</p:attrName>
                                        </p:attrNameLst>
                                      </p:cBhvr>
                                      <p:tavLst>
                                        <p:tav tm="0">
                                          <p:val>
                                            <p:strVal val="#ppt_h"/>
                                          </p:val>
                                        </p:tav>
                                        <p:tav tm="100000">
                                          <p:val>
                                            <p:strVal val="#ppt_h"/>
                                          </p:val>
                                        </p:tav>
                                      </p:tavLst>
                                    </p:anim>
                                    <p:animEffect transition="in" filter="fade">
                                      <p:cBhvr>
                                        <p:cTn id="21" dur="1000"/>
                                        <p:tgtEl>
                                          <p:spTgt spid="21"/>
                                        </p:tgtEl>
                                      </p:cBhvr>
                                    </p:animEffect>
                                  </p:childTnLst>
                                </p:cTn>
                              </p:par>
                            </p:childTnLst>
                          </p:cTn>
                        </p:par>
                        <p:par>
                          <p:cTn id="22" fill="hold">
                            <p:stCondLst>
                              <p:cond delay="3000"/>
                            </p:stCondLst>
                            <p:childTnLst>
                              <p:par>
                                <p:cTn id="23" presetID="50" presetClass="entr" presetSubtype="0" decel="100000"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p:cTn id="25" dur="1000" fill="hold"/>
                                        <p:tgtEl>
                                          <p:spTgt spid="22"/>
                                        </p:tgtEl>
                                        <p:attrNameLst>
                                          <p:attrName>ppt_w</p:attrName>
                                        </p:attrNameLst>
                                      </p:cBhvr>
                                      <p:tavLst>
                                        <p:tav tm="0">
                                          <p:val>
                                            <p:strVal val="#ppt_w+.3"/>
                                          </p:val>
                                        </p:tav>
                                        <p:tav tm="100000">
                                          <p:val>
                                            <p:strVal val="#ppt_w"/>
                                          </p:val>
                                        </p:tav>
                                      </p:tavLst>
                                    </p:anim>
                                    <p:anim calcmode="lin" valueType="num">
                                      <p:cBhvr>
                                        <p:cTn id="26" dur="1000" fill="hold"/>
                                        <p:tgtEl>
                                          <p:spTgt spid="22"/>
                                        </p:tgtEl>
                                        <p:attrNameLst>
                                          <p:attrName>ppt_h</p:attrName>
                                        </p:attrNameLst>
                                      </p:cBhvr>
                                      <p:tavLst>
                                        <p:tav tm="0">
                                          <p:val>
                                            <p:strVal val="#ppt_h"/>
                                          </p:val>
                                        </p:tav>
                                        <p:tav tm="100000">
                                          <p:val>
                                            <p:strVal val="#ppt_h"/>
                                          </p:val>
                                        </p:tav>
                                      </p:tavLst>
                                    </p:anim>
                                    <p:animEffect transition="in" filter="fade">
                                      <p:cBhvr>
                                        <p:cTn id="27" dur="1000"/>
                                        <p:tgtEl>
                                          <p:spTgt spid="22"/>
                                        </p:tgtEl>
                                      </p:cBhvr>
                                    </p:animEffect>
                                  </p:childTnLst>
                                </p:cTn>
                              </p:par>
                            </p:childTnLst>
                          </p:cTn>
                        </p:par>
                        <p:par>
                          <p:cTn id="28" fill="hold">
                            <p:stCondLst>
                              <p:cond delay="4000"/>
                            </p:stCondLst>
                            <p:childTnLst>
                              <p:par>
                                <p:cTn id="29" presetID="50" presetClass="entr" presetSubtype="0" decel="10000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p:cTn id="31" dur="1000" fill="hold"/>
                                        <p:tgtEl>
                                          <p:spTgt spid="23"/>
                                        </p:tgtEl>
                                        <p:attrNameLst>
                                          <p:attrName>ppt_w</p:attrName>
                                        </p:attrNameLst>
                                      </p:cBhvr>
                                      <p:tavLst>
                                        <p:tav tm="0">
                                          <p:val>
                                            <p:strVal val="#ppt_w+.3"/>
                                          </p:val>
                                        </p:tav>
                                        <p:tav tm="100000">
                                          <p:val>
                                            <p:strVal val="#ppt_w"/>
                                          </p:val>
                                        </p:tav>
                                      </p:tavLst>
                                    </p:anim>
                                    <p:anim calcmode="lin" valueType="num">
                                      <p:cBhvr>
                                        <p:cTn id="32" dur="1000" fill="hold"/>
                                        <p:tgtEl>
                                          <p:spTgt spid="23"/>
                                        </p:tgtEl>
                                        <p:attrNameLst>
                                          <p:attrName>ppt_h</p:attrName>
                                        </p:attrNameLst>
                                      </p:cBhvr>
                                      <p:tavLst>
                                        <p:tav tm="0">
                                          <p:val>
                                            <p:strVal val="#ppt_h"/>
                                          </p:val>
                                        </p:tav>
                                        <p:tav tm="100000">
                                          <p:val>
                                            <p:strVal val="#ppt_h"/>
                                          </p:val>
                                        </p:tav>
                                      </p:tavLst>
                                    </p:anim>
                                    <p:animEffect transition="in" filter="fade">
                                      <p:cBhvr>
                                        <p:cTn id="33" dur="1000"/>
                                        <p:tgtEl>
                                          <p:spTgt spid="23"/>
                                        </p:tgtEl>
                                      </p:cBhvr>
                                    </p:animEffect>
                                  </p:childTnLst>
                                </p:cTn>
                              </p:par>
                            </p:childTnLst>
                          </p:cTn>
                        </p:par>
                        <p:par>
                          <p:cTn id="34" fill="hold">
                            <p:stCondLst>
                              <p:cond delay="5000"/>
                            </p:stCondLst>
                            <p:childTnLst>
                              <p:par>
                                <p:cTn id="35" presetID="50" presetClass="entr" presetSubtype="0" decel="100000" fill="hold" grpId="0" nodeType="after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p:cTn id="37" dur="1000" fill="hold"/>
                                        <p:tgtEl>
                                          <p:spTgt spid="24"/>
                                        </p:tgtEl>
                                        <p:attrNameLst>
                                          <p:attrName>ppt_w</p:attrName>
                                        </p:attrNameLst>
                                      </p:cBhvr>
                                      <p:tavLst>
                                        <p:tav tm="0">
                                          <p:val>
                                            <p:strVal val="#ppt_w+.3"/>
                                          </p:val>
                                        </p:tav>
                                        <p:tav tm="100000">
                                          <p:val>
                                            <p:strVal val="#ppt_w"/>
                                          </p:val>
                                        </p:tav>
                                      </p:tavLst>
                                    </p:anim>
                                    <p:anim calcmode="lin" valueType="num">
                                      <p:cBhvr>
                                        <p:cTn id="38" dur="1000" fill="hold"/>
                                        <p:tgtEl>
                                          <p:spTgt spid="24"/>
                                        </p:tgtEl>
                                        <p:attrNameLst>
                                          <p:attrName>ppt_h</p:attrName>
                                        </p:attrNameLst>
                                      </p:cBhvr>
                                      <p:tavLst>
                                        <p:tav tm="0">
                                          <p:val>
                                            <p:strVal val="#ppt_h"/>
                                          </p:val>
                                        </p:tav>
                                        <p:tav tm="100000">
                                          <p:val>
                                            <p:strVal val="#ppt_h"/>
                                          </p:val>
                                        </p:tav>
                                      </p:tavLst>
                                    </p:anim>
                                    <p:animEffect transition="in" filter="fade">
                                      <p:cBhvr>
                                        <p:cTn id="39" dur="1000"/>
                                        <p:tgtEl>
                                          <p:spTgt spid="24"/>
                                        </p:tgtEl>
                                      </p:cBhvr>
                                    </p:animEffect>
                                  </p:childTnLst>
                                </p:cTn>
                              </p:par>
                            </p:childTnLst>
                          </p:cTn>
                        </p:par>
                        <p:par>
                          <p:cTn id="40" fill="hold">
                            <p:stCondLst>
                              <p:cond delay="6000"/>
                            </p:stCondLst>
                            <p:childTnLst>
                              <p:par>
                                <p:cTn id="41" presetID="50" presetClass="entr" presetSubtype="0" decel="100000"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strVal val="#ppt_w+.3"/>
                                          </p:val>
                                        </p:tav>
                                        <p:tav tm="100000">
                                          <p:val>
                                            <p:strVal val="#ppt_w"/>
                                          </p:val>
                                        </p:tav>
                                      </p:tavLst>
                                    </p:anim>
                                    <p:anim calcmode="lin" valueType="num">
                                      <p:cBhvr>
                                        <p:cTn id="44" dur="1000" fill="hold"/>
                                        <p:tgtEl>
                                          <p:spTgt spid="25"/>
                                        </p:tgtEl>
                                        <p:attrNameLst>
                                          <p:attrName>ppt_h</p:attrName>
                                        </p:attrNameLst>
                                      </p:cBhvr>
                                      <p:tavLst>
                                        <p:tav tm="0">
                                          <p:val>
                                            <p:strVal val="#ppt_h"/>
                                          </p:val>
                                        </p:tav>
                                        <p:tav tm="100000">
                                          <p:val>
                                            <p:strVal val="#ppt_h"/>
                                          </p:val>
                                        </p:tav>
                                      </p:tavLst>
                                    </p:anim>
                                    <p:animEffect transition="in" filter="fade">
                                      <p:cBhvr>
                                        <p:cTn id="45" dur="1000"/>
                                        <p:tgtEl>
                                          <p:spTgt spid="25"/>
                                        </p:tgtEl>
                                      </p:cBhvr>
                                    </p:animEffect>
                                  </p:childTnLst>
                                </p:cTn>
                              </p:par>
                            </p:childTnLst>
                          </p:cTn>
                        </p:par>
                        <p:par>
                          <p:cTn id="46" fill="hold">
                            <p:stCondLst>
                              <p:cond delay="7000"/>
                            </p:stCondLst>
                            <p:childTnLst>
                              <p:par>
                                <p:cTn id="47" presetID="50" presetClass="entr" presetSubtype="0" decel="100000"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1000" fill="hold"/>
                                        <p:tgtEl>
                                          <p:spTgt spid="26"/>
                                        </p:tgtEl>
                                        <p:attrNameLst>
                                          <p:attrName>ppt_w</p:attrName>
                                        </p:attrNameLst>
                                      </p:cBhvr>
                                      <p:tavLst>
                                        <p:tav tm="0">
                                          <p:val>
                                            <p:strVal val="#ppt_w+.3"/>
                                          </p:val>
                                        </p:tav>
                                        <p:tav tm="100000">
                                          <p:val>
                                            <p:strVal val="#ppt_w"/>
                                          </p:val>
                                        </p:tav>
                                      </p:tavLst>
                                    </p:anim>
                                    <p:anim calcmode="lin" valueType="num">
                                      <p:cBhvr>
                                        <p:cTn id="50" dur="1000" fill="hold"/>
                                        <p:tgtEl>
                                          <p:spTgt spid="26"/>
                                        </p:tgtEl>
                                        <p:attrNameLst>
                                          <p:attrName>ppt_h</p:attrName>
                                        </p:attrNameLst>
                                      </p:cBhvr>
                                      <p:tavLst>
                                        <p:tav tm="0">
                                          <p:val>
                                            <p:strVal val="#ppt_h"/>
                                          </p:val>
                                        </p:tav>
                                        <p:tav tm="100000">
                                          <p:val>
                                            <p:strVal val="#ppt_h"/>
                                          </p:val>
                                        </p:tav>
                                      </p:tavLst>
                                    </p:anim>
                                    <p:animEffect transition="in" filter="fade">
                                      <p:cBhvr>
                                        <p:cTn id="51" dur="1000"/>
                                        <p:tgtEl>
                                          <p:spTgt spid="26"/>
                                        </p:tgtEl>
                                      </p:cBhvr>
                                    </p:animEffect>
                                  </p:childTnLst>
                                </p:cTn>
                              </p:par>
                            </p:childTnLst>
                          </p:cTn>
                        </p:par>
                        <p:par>
                          <p:cTn id="52" fill="hold">
                            <p:stCondLst>
                              <p:cond delay="8000"/>
                            </p:stCondLst>
                            <p:childTnLst>
                              <p:par>
                                <p:cTn id="53" presetID="50" presetClass="entr" presetSubtype="0" decel="100000" fill="hold" grpId="0" nodeType="after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p:cTn id="55" dur="1000" fill="hold"/>
                                        <p:tgtEl>
                                          <p:spTgt spid="27"/>
                                        </p:tgtEl>
                                        <p:attrNameLst>
                                          <p:attrName>ppt_w</p:attrName>
                                        </p:attrNameLst>
                                      </p:cBhvr>
                                      <p:tavLst>
                                        <p:tav tm="0">
                                          <p:val>
                                            <p:strVal val="#ppt_w+.3"/>
                                          </p:val>
                                        </p:tav>
                                        <p:tav tm="100000">
                                          <p:val>
                                            <p:strVal val="#ppt_w"/>
                                          </p:val>
                                        </p:tav>
                                      </p:tavLst>
                                    </p:anim>
                                    <p:anim calcmode="lin" valueType="num">
                                      <p:cBhvr>
                                        <p:cTn id="56" dur="1000" fill="hold"/>
                                        <p:tgtEl>
                                          <p:spTgt spid="27"/>
                                        </p:tgtEl>
                                        <p:attrNameLst>
                                          <p:attrName>ppt_h</p:attrName>
                                        </p:attrNameLst>
                                      </p:cBhvr>
                                      <p:tavLst>
                                        <p:tav tm="0">
                                          <p:val>
                                            <p:strVal val="#ppt_h"/>
                                          </p:val>
                                        </p:tav>
                                        <p:tav tm="100000">
                                          <p:val>
                                            <p:strVal val="#ppt_h"/>
                                          </p:val>
                                        </p:tav>
                                      </p:tavLst>
                                    </p:anim>
                                    <p:animEffect transition="in" filter="fade">
                                      <p:cBhvr>
                                        <p:cTn id="5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20" grpId="0"/>
      <p:bldP spid="21" grpId="0"/>
      <p:bldP spid="22" grpId="0"/>
      <p:bldP spid="23" grpId="0"/>
      <p:bldP spid="24" grpId="0"/>
      <p:bldP spid="25" grpId="0"/>
      <p:bldP spid="26"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2619191" y="-3978002"/>
            <a:ext cx="7353113" cy="9265630"/>
          </a:xfrm>
          <a:custGeom>
            <a:avLst/>
            <a:gdLst>
              <a:gd name="connsiteX0" fmla="*/ 0 w 6486398"/>
              <a:gd name="connsiteY0" fmla="*/ 0 h 8173486"/>
              <a:gd name="connsiteX1" fmla="*/ 0 w 6486398"/>
              <a:gd name="connsiteY1" fmla="*/ 8173486 h 8173486"/>
              <a:gd name="connsiteX2" fmla="*/ 6486398 w 6486398"/>
              <a:gd name="connsiteY2" fmla="*/ 8173486 h 8173486"/>
              <a:gd name="connsiteX3" fmla="*/ 6486398 w 6486398"/>
              <a:gd name="connsiteY3" fmla="*/ 0 h 8173486"/>
              <a:gd name="connsiteX4" fmla="*/ 3806043 w 6486398"/>
              <a:gd name="connsiteY4" fmla="*/ 0 h 8173486"/>
              <a:gd name="connsiteX5" fmla="*/ 3830610 w 6486398"/>
              <a:gd name="connsiteY5" fmla="*/ 106676 h 8173486"/>
              <a:gd name="connsiteX6" fmla="*/ 3711072 w 6486398"/>
              <a:gd name="connsiteY6" fmla="*/ 559704 h 8173486"/>
              <a:gd name="connsiteX7" fmla="*/ 3106360 w 6486398"/>
              <a:gd name="connsiteY7" fmla="*/ 425461 h 8173486"/>
              <a:gd name="connsiteX8" fmla="*/ 3018719 w 6486398"/>
              <a:gd name="connsiteY8" fmla="*/ 351299 h 8173486"/>
              <a:gd name="connsiteX9" fmla="*/ 2993112 w 6486398"/>
              <a:gd name="connsiteY9" fmla="*/ 377260 h 8173486"/>
              <a:gd name="connsiteX10" fmla="*/ 2083281 w 6486398"/>
              <a:gd name="connsiteY10" fmla="*/ 641718 h 8173486"/>
              <a:gd name="connsiteX11" fmla="*/ 1048565 w 6486398"/>
              <a:gd name="connsiteY11" fmla="*/ 136391 h 8173486"/>
              <a:gd name="connsiteX12" fmla="*/ 1069586 w 6486398"/>
              <a:gd name="connsiteY12" fmla="*/ 34550 h 8173486"/>
              <a:gd name="connsiteX13" fmla="*/ 1087777 w 6486398"/>
              <a:gd name="connsiteY13" fmla="*/ 0 h 8173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86398" h="8173486">
                <a:moveTo>
                  <a:pt x="0" y="0"/>
                </a:moveTo>
                <a:lnTo>
                  <a:pt x="0" y="8173486"/>
                </a:lnTo>
                <a:lnTo>
                  <a:pt x="6486398" y="8173486"/>
                </a:lnTo>
                <a:lnTo>
                  <a:pt x="6486398" y="0"/>
                </a:lnTo>
                <a:lnTo>
                  <a:pt x="3806043" y="0"/>
                </a:lnTo>
                <a:lnTo>
                  <a:pt x="3830610" y="106676"/>
                </a:lnTo>
                <a:cubicBezTo>
                  <a:pt x="3862799" y="312559"/>
                  <a:pt x="3825496" y="479835"/>
                  <a:pt x="3711072" y="559704"/>
                </a:cubicBezTo>
                <a:cubicBezTo>
                  <a:pt x="3568042" y="659541"/>
                  <a:pt x="3338361" y="599176"/>
                  <a:pt x="3106360" y="425461"/>
                </a:cubicBezTo>
                <a:lnTo>
                  <a:pt x="3018719" y="351299"/>
                </a:lnTo>
                <a:lnTo>
                  <a:pt x="2993112" y="377260"/>
                </a:lnTo>
                <a:cubicBezTo>
                  <a:pt x="2817894" y="534783"/>
                  <a:pt x="2476158" y="641718"/>
                  <a:pt x="2083281" y="641718"/>
                </a:cubicBezTo>
                <a:cubicBezTo>
                  <a:pt x="1511823" y="641718"/>
                  <a:pt x="1048565" y="415475"/>
                  <a:pt x="1048565" y="136391"/>
                </a:cubicBezTo>
                <a:cubicBezTo>
                  <a:pt x="1048565" y="101505"/>
                  <a:pt x="1055803" y="67445"/>
                  <a:pt x="1069586" y="34550"/>
                </a:cubicBezTo>
                <a:lnTo>
                  <a:pt x="1087777" y="0"/>
                </a:lnTo>
                <a:close/>
              </a:path>
            </a:pathLst>
          </a:custGeom>
        </p:spPr>
      </p:pic>
      <p:sp>
        <p:nvSpPr>
          <p:cNvPr id="9" name="文本框 8"/>
          <p:cNvSpPr txBox="1"/>
          <p:nvPr/>
        </p:nvSpPr>
        <p:spPr>
          <a:xfrm>
            <a:off x="2469748" y="4056477"/>
            <a:ext cx="8225790" cy="1014730"/>
          </a:xfrm>
          <a:prstGeom prst="rect">
            <a:avLst/>
          </a:prstGeom>
          <a:noFill/>
        </p:spPr>
        <p:txBody>
          <a:bodyPr wrap="none" rtlCol="0">
            <a:spAutoFit/>
          </a:bodyPr>
          <a:lstStyle/>
          <a:p>
            <a:pPr algn="l"/>
            <a:r>
              <a:rPr lang="en-GB" altLang="en-US" sz="6000" b="1" dirty="0">
                <a:gradFill>
                  <a:gsLst>
                    <a:gs pos="0">
                      <a:srgbClr val="51C7F3"/>
                    </a:gs>
                    <a:gs pos="100000">
                      <a:srgbClr val="084B9D"/>
                    </a:gs>
                  </a:gsLst>
                  <a:lin ang="5400000" scaled="1"/>
                </a:gradFill>
                <a:latin typeface="Arial" panose="020B0604020202020204" pitchFamily="34" charset="0"/>
                <a:ea typeface="张海山锐线体2.0" panose="02000000000000000000" pitchFamily="2" charset="-122"/>
                <a:cs typeface="Arial" panose="020B0604020202020204" pitchFamily="34" charset="0"/>
                <a:sym typeface="+mn-ea"/>
              </a:rPr>
              <a:t>ICEPOT TECHNIQUES</a:t>
            </a:r>
            <a:endParaRPr lang="en-US" altLang="zh-CN" sz="6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10" name="文本框 9" descr="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
          <p:cNvSpPr txBox="1"/>
          <p:nvPr/>
        </p:nvSpPr>
        <p:spPr>
          <a:xfrm flipH="1">
            <a:off x="2710180" y="5071110"/>
            <a:ext cx="7172325" cy="1116965"/>
          </a:xfrm>
          <a:prstGeom prst="rect">
            <a:avLst/>
          </a:prstGeom>
          <a:noFill/>
        </p:spPr>
        <p:txBody>
          <a:bodyPr wrap="square" rtlCol="0">
            <a:noAutofit/>
          </a:bodyPr>
          <a:lstStyle/>
          <a:p>
            <a:r>
              <a:rPr lang="en-GB" altLang="en-US" sz="2000" b="1" dirty="0" smtClean="0">
                <a:gradFill>
                  <a:gsLst>
                    <a:gs pos="0">
                      <a:srgbClr val="51C7F3"/>
                    </a:gs>
                    <a:gs pos="100000">
                      <a:srgbClr val="026DB7"/>
                    </a:gs>
                  </a:gsLst>
                  <a:lin ang="5400000" scaled="1"/>
                </a:gradFill>
                <a:latin typeface="Arial" panose="020B0604020202020204" pitchFamily="34" charset="0"/>
                <a:ea typeface="方正兰亭超细黑简体" panose="02000000000000000000" pitchFamily="2" charset="-122"/>
                <a:cs typeface="Arial" panose="020B0604020202020204" pitchFamily="34" charset="0"/>
              </a:rPr>
              <a:t>Given 3 Scenarios </a:t>
            </a:r>
            <a:r>
              <a:rPr lang="en-US" altLang="en-US" sz="2000" b="1" dirty="0" smtClean="0">
                <a:gradFill>
                  <a:gsLst>
                    <a:gs pos="0">
                      <a:srgbClr val="51C7F3"/>
                    </a:gs>
                    <a:gs pos="100000">
                      <a:srgbClr val="026DB7"/>
                    </a:gs>
                  </a:gsLst>
                  <a:lin ang="5400000" scaled="1"/>
                </a:gradFill>
                <a:latin typeface="Arial" panose="020B0604020202020204" pitchFamily="34" charset="0"/>
                <a:ea typeface="方正兰亭超细黑简体" panose="02000000000000000000" pitchFamily="2" charset="-122"/>
                <a:cs typeface="Arial" panose="020B0604020202020204" pitchFamily="34" charset="0"/>
              </a:rPr>
              <a:t>identify what is missing, rebuild the prompt using ICEPOT, run both prompts in an AI tool, and observe the difference in output quality</a:t>
            </a:r>
            <a:r>
              <a:rPr lang="en-GB" altLang="en-US" sz="2000" b="1" dirty="0" smtClean="0">
                <a:gradFill>
                  <a:gsLst>
                    <a:gs pos="0">
                      <a:srgbClr val="51C7F3"/>
                    </a:gs>
                    <a:gs pos="100000">
                      <a:srgbClr val="026DB7"/>
                    </a:gs>
                  </a:gsLst>
                  <a:lin ang="5400000" scaled="1"/>
                </a:gradFill>
                <a:latin typeface="Arial" panose="020B0604020202020204" pitchFamily="34" charset="0"/>
                <a:ea typeface="方正兰亭超细黑简体" panose="02000000000000000000" pitchFamily="2" charset="-122"/>
                <a:cs typeface="Arial" panose="020B0604020202020204" pitchFamily="34" charset="0"/>
              </a:rPr>
              <a:t> </a:t>
            </a:r>
            <a:endParaRPr lang="en-GB" altLang="en-US" sz="2000" b="1" dirty="0" smtClean="0">
              <a:gradFill>
                <a:gsLst>
                  <a:gs pos="0">
                    <a:srgbClr val="51C7F3"/>
                  </a:gs>
                  <a:gs pos="100000">
                    <a:srgbClr val="026DB7"/>
                  </a:gs>
                </a:gsLst>
                <a:lin ang="5400000" scaled="1"/>
              </a:gradFill>
              <a:latin typeface="Arial" panose="020B0604020202020204" pitchFamily="34" charset="0"/>
              <a:ea typeface="方正兰亭超细黑简体" panose="02000000000000000000" pitchFamily="2" charset="-122"/>
              <a:cs typeface="Arial" panose="020B0604020202020204" pitchFamily="34" charset="0"/>
            </a:endParaRPr>
          </a:p>
        </p:txBody>
      </p:sp>
      <p:sp>
        <p:nvSpPr>
          <p:cNvPr id="11" name="矩形 10"/>
          <p:cNvSpPr/>
          <p:nvPr/>
        </p:nvSpPr>
        <p:spPr>
          <a:xfrm>
            <a:off x="3539813" y="654813"/>
            <a:ext cx="5123518" cy="1446550"/>
          </a:xfrm>
          <a:prstGeom prst="rect">
            <a:avLst/>
          </a:prstGeom>
        </p:spPr>
        <p:txBody>
          <a:bodyPr wrap="none">
            <a:spAutoFit/>
          </a:bodyPr>
          <a:lstStyle/>
          <a:p>
            <a:pPr algn="r"/>
            <a:r>
              <a:rPr lang="en-US" altLang="zh-CN" sz="88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rPr>
              <a:t>PART    01</a:t>
            </a:r>
            <a:endParaRPr lang="en-US" altLang="zh-CN" sz="88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750" fill="hold"/>
                                        <p:tgtEl>
                                          <p:spTgt spid="10"/>
                                        </p:tgtEl>
                                        <p:attrNameLst>
                                          <p:attrName>ppt_w</p:attrName>
                                        </p:attrNameLst>
                                      </p:cBhvr>
                                      <p:tavLst>
                                        <p:tav tm="0">
                                          <p:val>
                                            <p:fltVal val="0"/>
                                          </p:val>
                                        </p:tav>
                                        <p:tav tm="100000">
                                          <p:val>
                                            <p:strVal val="#ppt_w"/>
                                          </p:val>
                                        </p:tav>
                                      </p:tavLst>
                                    </p:anim>
                                    <p:anim calcmode="lin" valueType="num">
                                      <p:cBhvr>
                                        <p:cTn id="14" dur="750" fill="hold"/>
                                        <p:tgtEl>
                                          <p:spTgt spid="10"/>
                                        </p:tgtEl>
                                        <p:attrNameLst>
                                          <p:attrName>ppt_h</p:attrName>
                                        </p:attrNameLst>
                                      </p:cBhvr>
                                      <p:tavLst>
                                        <p:tav tm="0">
                                          <p:val>
                                            <p:fltVal val="0"/>
                                          </p:val>
                                        </p:tav>
                                        <p:tav tm="100000">
                                          <p:val>
                                            <p:strVal val="#ppt_h"/>
                                          </p:val>
                                        </p:tav>
                                      </p:tavLst>
                                    </p:anim>
                                    <p:animEffect transition="in" filter="fade">
                                      <p:cBhvr>
                                        <p:cTn id="15"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12" name="文本框 11"/>
          <p:cNvSpPr txBox="1"/>
          <p:nvPr/>
        </p:nvSpPr>
        <p:spPr>
          <a:xfrm>
            <a:off x="4719896" y="713366"/>
            <a:ext cx="2752725" cy="706755"/>
          </a:xfrm>
          <a:prstGeom prst="rect">
            <a:avLst/>
          </a:prstGeom>
          <a:noFill/>
        </p:spPr>
        <p:txBody>
          <a:bodyPr wrap="non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Scenario 1</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15" name="矩形 14"/>
          <p:cNvSpPr/>
          <p:nvPr/>
        </p:nvSpPr>
        <p:spPr>
          <a:xfrm>
            <a:off x="1431472" y="-2198914"/>
            <a:ext cx="1246414" cy="1839686"/>
          </a:xfrm>
          <a:prstGeom prst="rect">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2868383" y="-2198914"/>
            <a:ext cx="1246414" cy="1839686"/>
          </a:xfrm>
          <a:prstGeom prst="rect">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561" y="2433221"/>
            <a:ext cx="5099558" cy="3726947"/>
          </a:xfrm>
          <a:prstGeom prst="rect">
            <a:avLst/>
          </a:prstGeom>
        </p:spPr>
      </p:pic>
      <p:sp>
        <p:nvSpPr>
          <p:cNvPr id="9" name="矩形 8"/>
          <p:cNvSpPr/>
          <p:nvPr/>
        </p:nvSpPr>
        <p:spPr>
          <a:xfrm>
            <a:off x="6483690" y="2433221"/>
            <a:ext cx="4873424" cy="1163619"/>
          </a:xfrm>
          <a:prstGeom prst="rect">
            <a:avLst/>
          </a:prstGeom>
          <a:gradFill>
            <a:gsLst>
              <a:gs pos="0">
                <a:srgbClr val="01B5EE"/>
              </a:gs>
              <a:gs pos="100000">
                <a:srgbClr val="086DB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 name="文本框 9"/>
          <p:cNvSpPr txBox="1"/>
          <p:nvPr/>
        </p:nvSpPr>
        <p:spPr>
          <a:xfrm>
            <a:off x="6464865" y="2433123"/>
            <a:ext cx="4702761" cy="13220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4000" b="1" dirty="0">
                <a:solidFill>
                  <a:srgbClr val="FFFFFF"/>
                </a:solidFill>
                <a:latin typeface="Arial" panose="020B0604020202020204" pitchFamily="34" charset="0"/>
                <a:cs typeface="Arial" panose="020B0604020202020204" pitchFamily="34" charset="0"/>
              </a:rPr>
              <a:t>Search Functionality</a:t>
            </a:r>
            <a:endParaRPr lang="en-US" altLang="en-US" sz="4000" b="1" dirty="0">
              <a:solidFill>
                <a:srgbClr val="FFFFFF"/>
              </a:solidFill>
              <a:latin typeface="Arial" panose="020B0604020202020204" pitchFamily="34" charset="0"/>
              <a:cs typeface="Arial" panose="020B0604020202020204" pitchFamily="34" charset="0"/>
            </a:endParaRPr>
          </a:p>
        </p:txBody>
      </p:sp>
      <p:sp>
        <p:nvSpPr>
          <p:cNvPr id="11" name="文本框 10"/>
          <p:cNvSpPr txBox="1"/>
          <p:nvPr/>
        </p:nvSpPr>
        <p:spPr>
          <a:xfrm>
            <a:off x="6464687" y="4071156"/>
            <a:ext cx="4911429" cy="1318895"/>
          </a:xfrm>
          <a:prstGeom prst="rect">
            <a:avLst/>
          </a:prstGeom>
          <a:noFill/>
        </p:spPr>
        <p:txBody>
          <a:bodyPr wrap="square" rtlCol="0">
            <a:spAutoFit/>
            <a:scene3d>
              <a:camera prst="orthographicFront"/>
              <a:lightRig rig="threePt" dir="t"/>
            </a:scene3d>
            <a:sp3d contourW="12700"/>
          </a:bodyPr>
          <a:lstStyle/>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 Weak: "Test the search feature."</a:t>
            </a: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What's missing: No product type (e-commerce, hospital), </a:t>
            </a: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no filter/sort behavior, no empty/invalid input scenarios, no performance angle.</a:t>
            </a:r>
            <a:endParaRPr lang="en-US" altLang="en-US" sz="1400" dirty="0">
              <a:solidFill>
                <a:srgbClr val="21262C"/>
              </a:solidFill>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3"/>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bldLvl="0" animBg="1"/>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15" name="矩形 14"/>
          <p:cNvSpPr/>
          <p:nvPr/>
        </p:nvSpPr>
        <p:spPr>
          <a:xfrm>
            <a:off x="1431472" y="-2198914"/>
            <a:ext cx="1246414" cy="1839686"/>
          </a:xfrm>
          <a:prstGeom prst="rect">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2868383" y="-2198914"/>
            <a:ext cx="1246414" cy="1839686"/>
          </a:xfrm>
          <a:prstGeom prst="rect">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5814781" y="2593498"/>
            <a:ext cx="2293697" cy="2293697"/>
            <a:chOff x="4308468" y="1981527"/>
            <a:chExt cx="1611824" cy="1611824"/>
          </a:xfrm>
          <a:solidFill>
            <a:srgbClr val="086DB8"/>
          </a:solidFill>
        </p:grpSpPr>
        <p:sp>
          <p:nvSpPr>
            <p:cNvPr id="9" name="Freeform: Shape 4"/>
            <p:cNvSpPr/>
            <p:nvPr/>
          </p:nvSpPr>
          <p:spPr bwMode="auto">
            <a:xfrm>
              <a:off x="5248946" y="2562186"/>
              <a:ext cx="287155" cy="282993"/>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0" name="Freeform: Shape 7"/>
            <p:cNvSpPr/>
            <p:nvPr/>
          </p:nvSpPr>
          <p:spPr>
            <a:xfrm rot="7768221">
              <a:off x="4308468" y="1981527"/>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11" name="组合 10"/>
          <p:cNvGrpSpPr/>
          <p:nvPr/>
        </p:nvGrpSpPr>
        <p:grpSpPr>
          <a:xfrm>
            <a:off x="4033157" y="2570737"/>
            <a:ext cx="2293697" cy="2293697"/>
            <a:chOff x="3056041" y="1980704"/>
            <a:chExt cx="1611824" cy="1611824"/>
          </a:xfrm>
          <a:solidFill>
            <a:srgbClr val="086DB8"/>
          </a:solidFill>
        </p:grpSpPr>
        <p:sp>
          <p:nvSpPr>
            <p:cNvPr id="13" name="Freeform: Shape 3"/>
            <p:cNvSpPr/>
            <p:nvPr/>
          </p:nvSpPr>
          <p:spPr bwMode="auto">
            <a:xfrm>
              <a:off x="3413084" y="2644974"/>
              <a:ext cx="247781" cy="364863"/>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4" name="Freeform: Shape 8"/>
            <p:cNvSpPr/>
            <p:nvPr/>
          </p:nvSpPr>
          <p:spPr>
            <a:xfrm rot="18235072">
              <a:off x="3056041" y="1980704"/>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17" name="组合 16"/>
          <p:cNvGrpSpPr/>
          <p:nvPr/>
        </p:nvGrpSpPr>
        <p:grpSpPr>
          <a:xfrm>
            <a:off x="4894040" y="1603548"/>
            <a:ext cx="2293697" cy="2293697"/>
            <a:chOff x="3640027" y="1359944"/>
            <a:chExt cx="1611824" cy="1611824"/>
          </a:xfrm>
          <a:solidFill>
            <a:srgbClr val="01B5EE"/>
          </a:solidFill>
        </p:grpSpPr>
        <p:sp>
          <p:nvSpPr>
            <p:cNvPr id="18" name="Freeform: Shape 6"/>
            <p:cNvSpPr/>
            <p:nvPr/>
          </p:nvSpPr>
          <p:spPr bwMode="auto">
            <a:xfrm>
              <a:off x="4305950" y="1712923"/>
              <a:ext cx="302603" cy="236819"/>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9" name="Freeform: Shape 9"/>
            <p:cNvSpPr/>
            <p:nvPr/>
          </p:nvSpPr>
          <p:spPr>
            <a:xfrm rot="2018970">
              <a:off x="3640027" y="1359944"/>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20" name="组合 19"/>
          <p:cNvGrpSpPr/>
          <p:nvPr/>
        </p:nvGrpSpPr>
        <p:grpSpPr>
          <a:xfrm>
            <a:off x="5013264" y="3313872"/>
            <a:ext cx="2293697" cy="2293697"/>
            <a:chOff x="3686325" y="2509166"/>
            <a:chExt cx="1611824" cy="1611824"/>
          </a:xfrm>
          <a:solidFill>
            <a:srgbClr val="01B5EE"/>
          </a:solidFill>
        </p:grpSpPr>
        <p:sp>
          <p:nvSpPr>
            <p:cNvPr id="21" name="Freeform: Shape 5"/>
            <p:cNvSpPr/>
            <p:nvPr/>
          </p:nvSpPr>
          <p:spPr bwMode="auto">
            <a:xfrm>
              <a:off x="4337971" y="3479957"/>
              <a:ext cx="307958" cy="307958"/>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22" name="Freeform: Shape 10"/>
            <p:cNvSpPr/>
            <p:nvPr/>
          </p:nvSpPr>
          <p:spPr>
            <a:xfrm rot="12594151">
              <a:off x="3686325" y="2509166"/>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23" name="组合 22"/>
          <p:cNvGrpSpPr/>
          <p:nvPr/>
        </p:nvGrpSpPr>
        <p:grpSpPr>
          <a:xfrm>
            <a:off x="1753646" y="1293529"/>
            <a:ext cx="2801722" cy="1433445"/>
            <a:chOff x="1626835" y="2349127"/>
            <a:chExt cx="2492110" cy="1275038"/>
          </a:xfrm>
        </p:grpSpPr>
        <p:sp>
          <p:nvSpPr>
            <p:cNvPr id="24" name="文本框 23"/>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Instructions</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5" name="文本框 24"/>
            <p:cNvSpPr txBox="1"/>
            <p:nvPr/>
          </p:nvSpPr>
          <p:spPr>
            <a:xfrm>
              <a:off x="1626835" y="2687681"/>
              <a:ext cx="2492110" cy="93648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Generate comprehensive functional, negative, boundary, and performance test scenarios for the Search feature.</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Include validation for search behavior, filters, sorting, and error handling.</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26" name="组合 25"/>
          <p:cNvGrpSpPr/>
          <p:nvPr/>
        </p:nvGrpSpPr>
        <p:grpSpPr>
          <a:xfrm>
            <a:off x="580838" y="2959753"/>
            <a:ext cx="2801722" cy="1625850"/>
            <a:chOff x="1626835" y="2349127"/>
            <a:chExt cx="2492110" cy="1446181"/>
          </a:xfrm>
        </p:grpSpPr>
        <p:sp>
          <p:nvSpPr>
            <p:cNvPr id="27" name="文本框 26"/>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Context</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8" name="文本框 27"/>
            <p:cNvSpPr txBox="1"/>
            <p:nvPr/>
          </p:nvSpPr>
          <p:spPr>
            <a:xfrm>
              <a:off x="1626835" y="2687681"/>
              <a:ext cx="2492110" cy="110762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The application is an e-commerce website with product search, category filters, price filters, and sorting options.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Consider valid, invalid, empty, special character, partial keyword, and large dataset search scenarios.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29" name="组合 28"/>
          <p:cNvGrpSpPr/>
          <p:nvPr/>
        </p:nvGrpSpPr>
        <p:grpSpPr>
          <a:xfrm>
            <a:off x="7524731" y="1291003"/>
            <a:ext cx="2801722" cy="1625850"/>
            <a:chOff x="1626835" y="2349127"/>
            <a:chExt cx="2492110" cy="1446181"/>
          </a:xfrm>
        </p:grpSpPr>
        <p:sp>
          <p:nvSpPr>
            <p:cNvPr id="30" name="文本框 29"/>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Persona</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1" name="文本框 30"/>
            <p:cNvSpPr txBox="1"/>
            <p:nvPr/>
          </p:nvSpPr>
          <p:spPr>
            <a:xfrm>
              <a:off x="1626835" y="2687681"/>
              <a:ext cx="2492110" cy="110762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Act as a Senior QA Automation Engineer with expertise in web, API, usability, accessibility, and performance testing.</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Think like a tester preparing regression-ready test scenarios for a production release.</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32" name="组合 31"/>
          <p:cNvGrpSpPr/>
          <p:nvPr/>
        </p:nvGrpSpPr>
        <p:grpSpPr>
          <a:xfrm>
            <a:off x="8406783" y="3034697"/>
            <a:ext cx="2801722" cy="1625850"/>
            <a:chOff x="1626835" y="2349127"/>
            <a:chExt cx="2492110" cy="1446181"/>
          </a:xfrm>
        </p:grpSpPr>
        <p:sp>
          <p:nvSpPr>
            <p:cNvPr id="33" name="文本框 32"/>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smtClean="0">
                  <a:solidFill>
                    <a:schemeClr val="tx1">
                      <a:lumMod val="75000"/>
                      <a:lumOff val="25000"/>
                    </a:schemeClr>
                  </a:solidFill>
                  <a:latin typeface="Arial" panose="020B0604020202020204" pitchFamily="34" charset="0"/>
                  <a:cs typeface="Arial" panose="020B0604020202020204" pitchFamily="34" charset="0"/>
                </a:rPr>
                <a:t>Output Format</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4" name="文本框 33"/>
            <p:cNvSpPr txBox="1"/>
            <p:nvPr/>
          </p:nvSpPr>
          <p:spPr>
            <a:xfrm>
              <a:off x="1626835" y="2687681"/>
              <a:ext cx="2492110" cy="110762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Present the results in a markdown table with Test Scenario ID, Test Scenario, Expected Result, and Priority.</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Categorize scenarios into Positive, Negative, Boundary, Performance, Security, and Accessibility.</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sp>
        <p:nvSpPr>
          <p:cNvPr id="35" name="文本框 34"/>
          <p:cNvSpPr txBox="1"/>
          <p:nvPr/>
        </p:nvSpPr>
        <p:spPr>
          <a:xfrm>
            <a:off x="3181291" y="260611"/>
            <a:ext cx="5179695" cy="706755"/>
          </a:xfrm>
          <a:prstGeom prst="rect">
            <a:avLst/>
          </a:prstGeom>
          <a:noFill/>
        </p:spPr>
        <p:txBody>
          <a:bodyPr wrap="non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Search Functionality</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grpSp>
        <p:nvGrpSpPr>
          <p:cNvPr id="2" name="组合 25"/>
          <p:cNvGrpSpPr/>
          <p:nvPr/>
        </p:nvGrpSpPr>
        <p:grpSpPr>
          <a:xfrm>
            <a:off x="1312993" y="4818398"/>
            <a:ext cx="2801722" cy="1625850"/>
            <a:chOff x="1626835" y="2349127"/>
            <a:chExt cx="2492110" cy="1446181"/>
          </a:xfrm>
        </p:grpSpPr>
        <p:sp>
          <p:nvSpPr>
            <p:cNvPr id="3" name="文本框 26"/>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Examples</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4" name="文本框 27"/>
            <p:cNvSpPr txBox="1"/>
            <p:nvPr/>
          </p:nvSpPr>
          <p:spPr>
            <a:xfrm>
              <a:off x="1626835" y="2687681"/>
              <a:ext cx="2492110" cy="110762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Example: Search "iPhone" and verify relevant products are displayed with correct sorting.</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Example: Search an invalid product name and verify a "No products found" message is displayed.</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5" name="组合 31"/>
          <p:cNvGrpSpPr/>
          <p:nvPr/>
        </p:nvGrpSpPr>
        <p:grpSpPr>
          <a:xfrm>
            <a:off x="7726063" y="5076857"/>
            <a:ext cx="2801722" cy="1433445"/>
            <a:chOff x="1626835" y="2349127"/>
            <a:chExt cx="2492110" cy="1275038"/>
          </a:xfrm>
        </p:grpSpPr>
        <p:sp>
          <p:nvSpPr>
            <p:cNvPr id="12" name="文本框 32"/>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smtClean="0">
                  <a:solidFill>
                    <a:schemeClr val="tx1">
                      <a:lumMod val="75000"/>
                      <a:lumOff val="25000"/>
                    </a:schemeClr>
                  </a:solidFill>
                  <a:latin typeface="Arial" panose="020B0604020202020204" pitchFamily="34" charset="0"/>
                  <a:cs typeface="Arial" panose="020B0604020202020204" pitchFamily="34" charset="0"/>
                </a:rPr>
                <a:t>Tone</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6" name="文本框 33"/>
            <p:cNvSpPr txBox="1"/>
            <p:nvPr/>
          </p:nvSpPr>
          <p:spPr>
            <a:xfrm>
              <a:off x="1626835" y="2687681"/>
              <a:ext cx="2492110" cy="93648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Keep the response professional, structured, and suitable for JIRA/Xray test case creation.</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Ensure the scenarios are concise, realistic, and follow industry QA best practices.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p:cTn id="23" dur="1000" fill="hold"/>
                                        <p:tgtEl>
                                          <p:spTgt spid="35"/>
                                        </p:tgtEl>
                                        <p:attrNameLst>
                                          <p:attrName>ppt_w</p:attrName>
                                        </p:attrNameLst>
                                      </p:cBhvr>
                                      <p:tavLst>
                                        <p:tav tm="0">
                                          <p:val>
                                            <p:strVal val="#ppt_w+.3"/>
                                          </p:val>
                                        </p:tav>
                                        <p:tav tm="100000">
                                          <p:val>
                                            <p:strVal val="#ppt_w"/>
                                          </p:val>
                                        </p:tav>
                                      </p:tavLst>
                                    </p:anim>
                                    <p:anim calcmode="lin" valueType="num">
                                      <p:cBhvr>
                                        <p:cTn id="24" dur="1000" fill="hold"/>
                                        <p:tgtEl>
                                          <p:spTgt spid="35"/>
                                        </p:tgtEl>
                                        <p:attrNameLst>
                                          <p:attrName>ppt_h</p:attrName>
                                        </p:attrNameLst>
                                      </p:cBhvr>
                                      <p:tavLst>
                                        <p:tav tm="0">
                                          <p:val>
                                            <p:strVal val="#ppt_h"/>
                                          </p:val>
                                        </p:tav>
                                        <p:tav tm="100000">
                                          <p:val>
                                            <p:strVal val="#ppt_h"/>
                                          </p:val>
                                        </p:tav>
                                      </p:tavLst>
                                    </p:anim>
                                    <p:animEffect transition="in" filter="fade">
                                      <p:cBhvr>
                                        <p:cTn id="25" dur="1000"/>
                                        <p:tgtEl>
                                          <p:spTgt spid="35"/>
                                        </p:tgtEl>
                                      </p:cBhvr>
                                    </p:animEffect>
                                  </p:childTnLst>
                                </p:cTn>
                              </p:par>
                            </p:childTnLst>
                          </p:cTn>
                        </p:par>
                        <p:par>
                          <p:cTn id="26" fill="hold">
                            <p:stCondLst>
                              <p:cond delay="3000"/>
                            </p:stCondLst>
                            <p:childTnLst>
                              <p:par>
                                <p:cTn id="27" presetID="10" presetClass="entr" presetSubtype="0"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par>
                          <p:cTn id="30" fill="hold">
                            <p:stCondLst>
                              <p:cond delay="3500"/>
                            </p:stCondLst>
                            <p:childTnLst>
                              <p:par>
                                <p:cTn id="31" presetID="10" presetClass="entr" presetSubtype="0"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12" name="文本框 11"/>
          <p:cNvSpPr txBox="1"/>
          <p:nvPr/>
        </p:nvSpPr>
        <p:spPr>
          <a:xfrm>
            <a:off x="4719896" y="713366"/>
            <a:ext cx="2752725" cy="706755"/>
          </a:xfrm>
          <a:prstGeom prst="rect">
            <a:avLst/>
          </a:prstGeom>
          <a:noFill/>
        </p:spPr>
        <p:txBody>
          <a:bodyPr wrap="non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Scenario 2</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15" name="矩形 14"/>
          <p:cNvSpPr/>
          <p:nvPr/>
        </p:nvSpPr>
        <p:spPr>
          <a:xfrm>
            <a:off x="1431472" y="-2198914"/>
            <a:ext cx="1246414" cy="1839686"/>
          </a:xfrm>
          <a:prstGeom prst="rect">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2868383" y="-2198914"/>
            <a:ext cx="1246414" cy="1839686"/>
          </a:xfrm>
          <a:prstGeom prst="rect">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561" y="2433221"/>
            <a:ext cx="5099558" cy="3726947"/>
          </a:xfrm>
          <a:prstGeom prst="rect">
            <a:avLst/>
          </a:prstGeom>
        </p:spPr>
      </p:pic>
      <p:sp>
        <p:nvSpPr>
          <p:cNvPr id="9" name="矩形 8"/>
          <p:cNvSpPr/>
          <p:nvPr/>
        </p:nvSpPr>
        <p:spPr>
          <a:xfrm>
            <a:off x="6483690" y="2433221"/>
            <a:ext cx="4873424" cy="1163619"/>
          </a:xfrm>
          <a:prstGeom prst="rect">
            <a:avLst/>
          </a:prstGeom>
          <a:gradFill>
            <a:gsLst>
              <a:gs pos="0">
                <a:srgbClr val="01B5EE"/>
              </a:gs>
              <a:gs pos="100000">
                <a:srgbClr val="086DB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 name="文本框 9"/>
          <p:cNvSpPr txBox="1"/>
          <p:nvPr/>
        </p:nvSpPr>
        <p:spPr>
          <a:xfrm>
            <a:off x="6584880" y="2661723"/>
            <a:ext cx="4702761" cy="7067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ltLang="en-US" sz="4000" b="1" dirty="0">
                <a:solidFill>
                  <a:srgbClr val="FFFFFF"/>
                </a:solidFill>
                <a:latin typeface="Arial" panose="020B0604020202020204" pitchFamily="34" charset="0"/>
                <a:cs typeface="Arial" panose="020B0604020202020204" pitchFamily="34" charset="0"/>
              </a:rPr>
              <a:t>FILE UPLOAD</a:t>
            </a:r>
            <a:endParaRPr lang="en-GB" altLang="en-US" sz="4000" b="1" dirty="0">
              <a:solidFill>
                <a:srgbClr val="FFFFFF"/>
              </a:solidFill>
              <a:latin typeface="Arial" panose="020B0604020202020204" pitchFamily="34" charset="0"/>
              <a:cs typeface="Arial" panose="020B0604020202020204" pitchFamily="34" charset="0"/>
            </a:endParaRPr>
          </a:p>
        </p:txBody>
      </p:sp>
      <p:sp>
        <p:nvSpPr>
          <p:cNvPr id="11" name="文本框 10"/>
          <p:cNvSpPr txBox="1"/>
          <p:nvPr/>
        </p:nvSpPr>
        <p:spPr>
          <a:xfrm>
            <a:off x="6464687" y="4071156"/>
            <a:ext cx="4911429" cy="1318895"/>
          </a:xfrm>
          <a:prstGeom prst="rect">
            <a:avLst/>
          </a:prstGeom>
          <a:noFill/>
        </p:spPr>
        <p:txBody>
          <a:bodyPr wrap="square" rtlCol="0">
            <a:spAutoFit/>
            <a:scene3d>
              <a:camera prst="orthographicFront"/>
              <a:lightRig rig="threePt" dir="t"/>
            </a:scene3d>
            <a:sp3d contourW="12700"/>
          </a:bodyPr>
          <a:lstStyle/>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 Weak: "Generate test cases for file upload."</a:t>
            </a: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What's missing: No file types, no size limits, </a:t>
            </a: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no success/failure criteria, no security angle (malicious file upload).</a:t>
            </a:r>
            <a:endParaRPr lang="en-US" altLang="en-US" sz="1400" dirty="0">
              <a:solidFill>
                <a:srgbClr val="21262C"/>
              </a:solidFill>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3"/>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bldLvl="0" animBg="1"/>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15" name="矩形 14"/>
          <p:cNvSpPr/>
          <p:nvPr/>
        </p:nvSpPr>
        <p:spPr>
          <a:xfrm>
            <a:off x="1431472" y="-2198914"/>
            <a:ext cx="1246414" cy="1839686"/>
          </a:xfrm>
          <a:prstGeom prst="rect">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2868383" y="-2198914"/>
            <a:ext cx="1246414" cy="1839686"/>
          </a:xfrm>
          <a:prstGeom prst="rect">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5814781" y="2593498"/>
            <a:ext cx="2293697" cy="2293697"/>
            <a:chOff x="4308468" y="1981527"/>
            <a:chExt cx="1611824" cy="1611824"/>
          </a:xfrm>
          <a:solidFill>
            <a:srgbClr val="086DB8"/>
          </a:solidFill>
        </p:grpSpPr>
        <p:sp>
          <p:nvSpPr>
            <p:cNvPr id="9" name="Freeform: Shape 4"/>
            <p:cNvSpPr/>
            <p:nvPr/>
          </p:nvSpPr>
          <p:spPr bwMode="auto">
            <a:xfrm>
              <a:off x="5248946" y="2562186"/>
              <a:ext cx="287155" cy="282993"/>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0" name="Freeform: Shape 7"/>
            <p:cNvSpPr/>
            <p:nvPr/>
          </p:nvSpPr>
          <p:spPr>
            <a:xfrm rot="7768221">
              <a:off x="4308468" y="1981527"/>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11" name="组合 10"/>
          <p:cNvGrpSpPr/>
          <p:nvPr/>
        </p:nvGrpSpPr>
        <p:grpSpPr>
          <a:xfrm>
            <a:off x="4033157" y="2570737"/>
            <a:ext cx="2293697" cy="2293697"/>
            <a:chOff x="3056041" y="1980704"/>
            <a:chExt cx="1611824" cy="1611824"/>
          </a:xfrm>
          <a:solidFill>
            <a:srgbClr val="086DB8"/>
          </a:solidFill>
        </p:grpSpPr>
        <p:sp>
          <p:nvSpPr>
            <p:cNvPr id="13" name="Freeform: Shape 3"/>
            <p:cNvSpPr/>
            <p:nvPr/>
          </p:nvSpPr>
          <p:spPr bwMode="auto">
            <a:xfrm>
              <a:off x="3413084" y="2644974"/>
              <a:ext cx="247781" cy="364863"/>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4" name="Freeform: Shape 8"/>
            <p:cNvSpPr/>
            <p:nvPr/>
          </p:nvSpPr>
          <p:spPr>
            <a:xfrm rot="18235072">
              <a:off x="3056041" y="1980704"/>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17" name="组合 16"/>
          <p:cNvGrpSpPr/>
          <p:nvPr/>
        </p:nvGrpSpPr>
        <p:grpSpPr>
          <a:xfrm>
            <a:off x="4894040" y="1603548"/>
            <a:ext cx="2293697" cy="2293697"/>
            <a:chOff x="3640027" y="1359944"/>
            <a:chExt cx="1611824" cy="1611824"/>
          </a:xfrm>
          <a:solidFill>
            <a:srgbClr val="01B5EE"/>
          </a:solidFill>
        </p:grpSpPr>
        <p:sp>
          <p:nvSpPr>
            <p:cNvPr id="18" name="Freeform: Shape 6"/>
            <p:cNvSpPr/>
            <p:nvPr/>
          </p:nvSpPr>
          <p:spPr bwMode="auto">
            <a:xfrm>
              <a:off x="4305950" y="1712923"/>
              <a:ext cx="302603" cy="236819"/>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9" name="Freeform: Shape 9"/>
            <p:cNvSpPr/>
            <p:nvPr/>
          </p:nvSpPr>
          <p:spPr>
            <a:xfrm rot="2018970">
              <a:off x="3640027" y="1359944"/>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20" name="组合 19"/>
          <p:cNvGrpSpPr/>
          <p:nvPr/>
        </p:nvGrpSpPr>
        <p:grpSpPr>
          <a:xfrm>
            <a:off x="5013264" y="3313872"/>
            <a:ext cx="2293697" cy="2293697"/>
            <a:chOff x="3686325" y="2509166"/>
            <a:chExt cx="1611824" cy="1611824"/>
          </a:xfrm>
          <a:solidFill>
            <a:srgbClr val="01B5EE"/>
          </a:solidFill>
        </p:grpSpPr>
        <p:sp>
          <p:nvSpPr>
            <p:cNvPr id="21" name="Freeform: Shape 5"/>
            <p:cNvSpPr/>
            <p:nvPr/>
          </p:nvSpPr>
          <p:spPr bwMode="auto">
            <a:xfrm>
              <a:off x="4337971" y="3479957"/>
              <a:ext cx="307958" cy="307958"/>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22" name="Freeform: Shape 10"/>
            <p:cNvSpPr/>
            <p:nvPr/>
          </p:nvSpPr>
          <p:spPr>
            <a:xfrm rot="12594151">
              <a:off x="3686325" y="2509166"/>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23" name="组合 22"/>
          <p:cNvGrpSpPr/>
          <p:nvPr/>
        </p:nvGrpSpPr>
        <p:grpSpPr>
          <a:xfrm>
            <a:off x="1753646" y="1293529"/>
            <a:ext cx="2801722" cy="1433445"/>
            <a:chOff x="1626835" y="2349127"/>
            <a:chExt cx="2492110" cy="1275038"/>
          </a:xfrm>
        </p:grpSpPr>
        <p:sp>
          <p:nvSpPr>
            <p:cNvPr id="24" name="文本框 23"/>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Instructions</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5" name="文本框 24"/>
            <p:cNvSpPr txBox="1"/>
            <p:nvPr/>
          </p:nvSpPr>
          <p:spPr>
            <a:xfrm>
              <a:off x="1626835" y="2687681"/>
              <a:ext cx="2492110" cy="93648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Generate comprehensive manual and API test cases for the File Upload functionality.</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Include positive, negative, boundary, security, usability, and performance scenarios.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26" name="组合 25"/>
          <p:cNvGrpSpPr/>
          <p:nvPr/>
        </p:nvGrpSpPr>
        <p:grpSpPr>
          <a:xfrm>
            <a:off x="580838" y="2959753"/>
            <a:ext cx="2801722" cy="1625850"/>
            <a:chOff x="1626835" y="2349127"/>
            <a:chExt cx="2492110" cy="1446181"/>
          </a:xfrm>
        </p:grpSpPr>
        <p:sp>
          <p:nvSpPr>
            <p:cNvPr id="27" name="文本框 26"/>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Context</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8" name="文本框 27"/>
            <p:cNvSpPr txBox="1"/>
            <p:nvPr/>
          </p:nvSpPr>
          <p:spPr>
            <a:xfrm>
              <a:off x="1626835" y="2687681"/>
              <a:ext cx="2492110" cy="110762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The application allows users to upload PDF, JPG, PNG, and DOCX files up to 10 MB. Reject unsupported file types, oversized files, corrupted files, duplicate uploads, and malicious files while displaying appropriate error messages.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29" name="组合 28"/>
          <p:cNvGrpSpPr/>
          <p:nvPr/>
        </p:nvGrpSpPr>
        <p:grpSpPr>
          <a:xfrm>
            <a:off x="7524731" y="1291003"/>
            <a:ext cx="2801722" cy="1433445"/>
            <a:chOff x="1626835" y="2349127"/>
            <a:chExt cx="2492110" cy="1275038"/>
          </a:xfrm>
        </p:grpSpPr>
        <p:sp>
          <p:nvSpPr>
            <p:cNvPr id="30" name="文本框 29"/>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Persona</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1" name="文本框 30"/>
            <p:cNvSpPr txBox="1"/>
            <p:nvPr/>
          </p:nvSpPr>
          <p:spPr>
            <a:xfrm>
              <a:off x="1626835" y="2687681"/>
              <a:ext cx="2492110" cy="93648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Act as a Senior QA Engineer with expertise in web application, API, and security testing.</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Create test cases that are suitable for execution and automation.</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32" name="组合 31"/>
          <p:cNvGrpSpPr/>
          <p:nvPr/>
        </p:nvGrpSpPr>
        <p:grpSpPr>
          <a:xfrm>
            <a:off x="8406783" y="3034697"/>
            <a:ext cx="2801722" cy="1625850"/>
            <a:chOff x="1626835" y="2349127"/>
            <a:chExt cx="2492110" cy="1446181"/>
          </a:xfrm>
        </p:grpSpPr>
        <p:sp>
          <p:nvSpPr>
            <p:cNvPr id="33" name="文本框 32"/>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smtClean="0">
                  <a:solidFill>
                    <a:schemeClr val="tx1">
                      <a:lumMod val="75000"/>
                      <a:lumOff val="25000"/>
                    </a:schemeClr>
                  </a:solidFill>
                  <a:latin typeface="Arial" panose="020B0604020202020204" pitchFamily="34" charset="0"/>
                  <a:cs typeface="Arial" panose="020B0604020202020204" pitchFamily="34" charset="0"/>
                </a:rPr>
                <a:t>Output Format</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4" name="文本框 33"/>
            <p:cNvSpPr txBox="1"/>
            <p:nvPr/>
          </p:nvSpPr>
          <p:spPr>
            <a:xfrm>
              <a:off x="1626835" y="2687681"/>
              <a:ext cx="2492110" cy="110762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Present the output in a table with Test Case ID, Scenario, Test Steps, Test Data, Expected Result, Priority, and Test Type.</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Group the test cases into Functional, Negative, Boundary, Security, and Performance categories.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sp>
        <p:nvSpPr>
          <p:cNvPr id="35" name="文本框 34"/>
          <p:cNvSpPr txBox="1"/>
          <p:nvPr/>
        </p:nvSpPr>
        <p:spPr>
          <a:xfrm>
            <a:off x="4155381" y="273946"/>
            <a:ext cx="3570605" cy="706755"/>
          </a:xfrm>
          <a:prstGeom prst="rect">
            <a:avLst/>
          </a:prstGeom>
          <a:noFill/>
        </p:spPr>
        <p:txBody>
          <a:bodyPr wrap="non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FILE UPLOAD</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grpSp>
        <p:nvGrpSpPr>
          <p:cNvPr id="2" name="组合 25"/>
          <p:cNvGrpSpPr/>
          <p:nvPr/>
        </p:nvGrpSpPr>
        <p:grpSpPr>
          <a:xfrm>
            <a:off x="1312993" y="4818398"/>
            <a:ext cx="2801722" cy="1625850"/>
            <a:chOff x="1626835" y="2349127"/>
            <a:chExt cx="2492110" cy="1446181"/>
          </a:xfrm>
        </p:grpSpPr>
        <p:sp>
          <p:nvSpPr>
            <p:cNvPr id="3" name="文本框 26"/>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Examples</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4" name="文本框 27"/>
            <p:cNvSpPr txBox="1"/>
            <p:nvPr/>
          </p:nvSpPr>
          <p:spPr>
            <a:xfrm>
              <a:off x="1626835" y="2687681"/>
              <a:ext cx="2492110" cy="110762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Example valid upload: Resume.pdf (2 MB) → Upload succeeds with a success message.</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Example invalid upload: malware.exe or image.png (15 MB) → Upload is blocked with the correct validation error.</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5" name="组合 31"/>
          <p:cNvGrpSpPr/>
          <p:nvPr/>
        </p:nvGrpSpPr>
        <p:grpSpPr>
          <a:xfrm>
            <a:off x="7726063" y="5076857"/>
            <a:ext cx="2801722" cy="1433445"/>
            <a:chOff x="1626835" y="2349127"/>
            <a:chExt cx="2492110" cy="1275038"/>
          </a:xfrm>
        </p:grpSpPr>
        <p:sp>
          <p:nvSpPr>
            <p:cNvPr id="12" name="文本框 32"/>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smtClean="0">
                  <a:solidFill>
                    <a:schemeClr val="tx1">
                      <a:lumMod val="75000"/>
                      <a:lumOff val="25000"/>
                    </a:schemeClr>
                  </a:solidFill>
                  <a:latin typeface="Arial" panose="020B0604020202020204" pitchFamily="34" charset="0"/>
                  <a:cs typeface="Arial" panose="020B0604020202020204" pitchFamily="34" charset="0"/>
                </a:rPr>
                <a:t>Tone</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6" name="文本框 33"/>
            <p:cNvSpPr txBox="1"/>
            <p:nvPr/>
          </p:nvSpPr>
          <p:spPr>
            <a:xfrm>
              <a:off x="1626835" y="2687681"/>
              <a:ext cx="2492110" cy="93648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Use a professional, structured, and concise testing style.</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Ensure the test cases are practical, complete, and aligned with real-world QA standards.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p:cTn id="23" dur="1000" fill="hold"/>
                                        <p:tgtEl>
                                          <p:spTgt spid="35"/>
                                        </p:tgtEl>
                                        <p:attrNameLst>
                                          <p:attrName>ppt_w</p:attrName>
                                        </p:attrNameLst>
                                      </p:cBhvr>
                                      <p:tavLst>
                                        <p:tav tm="0">
                                          <p:val>
                                            <p:strVal val="#ppt_w+.3"/>
                                          </p:val>
                                        </p:tav>
                                        <p:tav tm="100000">
                                          <p:val>
                                            <p:strVal val="#ppt_w"/>
                                          </p:val>
                                        </p:tav>
                                      </p:tavLst>
                                    </p:anim>
                                    <p:anim calcmode="lin" valueType="num">
                                      <p:cBhvr>
                                        <p:cTn id="24" dur="1000" fill="hold"/>
                                        <p:tgtEl>
                                          <p:spTgt spid="35"/>
                                        </p:tgtEl>
                                        <p:attrNameLst>
                                          <p:attrName>ppt_h</p:attrName>
                                        </p:attrNameLst>
                                      </p:cBhvr>
                                      <p:tavLst>
                                        <p:tav tm="0">
                                          <p:val>
                                            <p:strVal val="#ppt_h"/>
                                          </p:val>
                                        </p:tav>
                                        <p:tav tm="100000">
                                          <p:val>
                                            <p:strVal val="#ppt_h"/>
                                          </p:val>
                                        </p:tav>
                                      </p:tavLst>
                                    </p:anim>
                                    <p:animEffect transition="in" filter="fade">
                                      <p:cBhvr>
                                        <p:cTn id="25" dur="1000"/>
                                        <p:tgtEl>
                                          <p:spTgt spid="35"/>
                                        </p:tgtEl>
                                      </p:cBhvr>
                                    </p:animEffect>
                                  </p:childTnLst>
                                </p:cTn>
                              </p:par>
                            </p:childTnLst>
                          </p:cTn>
                        </p:par>
                        <p:par>
                          <p:cTn id="26" fill="hold">
                            <p:stCondLst>
                              <p:cond delay="3000"/>
                            </p:stCondLst>
                            <p:childTnLst>
                              <p:par>
                                <p:cTn id="27" presetID="10" presetClass="entr" presetSubtype="0"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par>
                          <p:cTn id="30" fill="hold">
                            <p:stCondLst>
                              <p:cond delay="3500"/>
                            </p:stCondLst>
                            <p:childTnLst>
                              <p:par>
                                <p:cTn id="31" presetID="10" presetClass="entr" presetSubtype="0"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12" name="文本框 11"/>
          <p:cNvSpPr txBox="1"/>
          <p:nvPr/>
        </p:nvSpPr>
        <p:spPr>
          <a:xfrm>
            <a:off x="4719896" y="713366"/>
            <a:ext cx="2752725" cy="706755"/>
          </a:xfrm>
          <a:prstGeom prst="rect">
            <a:avLst/>
          </a:prstGeom>
          <a:noFill/>
        </p:spPr>
        <p:txBody>
          <a:bodyPr wrap="non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Scenario 3</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15" name="矩形 14"/>
          <p:cNvSpPr/>
          <p:nvPr/>
        </p:nvSpPr>
        <p:spPr>
          <a:xfrm>
            <a:off x="1431472" y="-2198914"/>
            <a:ext cx="1246414" cy="1839686"/>
          </a:xfrm>
          <a:prstGeom prst="rect">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2868383" y="-2198914"/>
            <a:ext cx="1246414" cy="1839686"/>
          </a:xfrm>
          <a:prstGeom prst="rect">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561" y="2433221"/>
            <a:ext cx="5099558" cy="3726947"/>
          </a:xfrm>
          <a:prstGeom prst="rect">
            <a:avLst/>
          </a:prstGeom>
        </p:spPr>
      </p:pic>
      <p:sp>
        <p:nvSpPr>
          <p:cNvPr id="9" name="矩形 8"/>
          <p:cNvSpPr/>
          <p:nvPr/>
        </p:nvSpPr>
        <p:spPr>
          <a:xfrm>
            <a:off x="6483690" y="2433221"/>
            <a:ext cx="4873424" cy="1163619"/>
          </a:xfrm>
          <a:prstGeom prst="rect">
            <a:avLst/>
          </a:prstGeom>
          <a:gradFill>
            <a:gsLst>
              <a:gs pos="0">
                <a:srgbClr val="01B5EE"/>
              </a:gs>
              <a:gs pos="100000">
                <a:srgbClr val="086DB8"/>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 name="文本框 9"/>
          <p:cNvSpPr txBox="1"/>
          <p:nvPr/>
        </p:nvSpPr>
        <p:spPr>
          <a:xfrm>
            <a:off x="6464865" y="2433123"/>
            <a:ext cx="4702761" cy="13220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ltLang="en-US" sz="4000" b="1" dirty="0">
                <a:solidFill>
                  <a:srgbClr val="FFFFFF"/>
                </a:solidFill>
                <a:latin typeface="Arial" panose="020B0604020202020204" pitchFamily="34" charset="0"/>
                <a:cs typeface="Arial" panose="020B0604020202020204" pitchFamily="34" charset="0"/>
              </a:rPr>
              <a:t>Role Based Access control</a:t>
            </a:r>
            <a:endParaRPr lang="en-GB" altLang="en-US" sz="4000" b="1" dirty="0">
              <a:solidFill>
                <a:srgbClr val="FFFFFF"/>
              </a:solidFill>
              <a:latin typeface="Arial" panose="020B0604020202020204" pitchFamily="34" charset="0"/>
              <a:cs typeface="Arial" panose="020B0604020202020204" pitchFamily="34" charset="0"/>
            </a:endParaRPr>
          </a:p>
        </p:txBody>
      </p:sp>
      <p:sp>
        <p:nvSpPr>
          <p:cNvPr id="11" name="文本框 10"/>
          <p:cNvSpPr txBox="1"/>
          <p:nvPr/>
        </p:nvSpPr>
        <p:spPr>
          <a:xfrm>
            <a:off x="6464687" y="4071156"/>
            <a:ext cx="4911429" cy="1564640"/>
          </a:xfrm>
          <a:prstGeom prst="rect">
            <a:avLst/>
          </a:prstGeom>
          <a:noFill/>
        </p:spPr>
        <p:txBody>
          <a:bodyPr wrap="square" rtlCol="0">
            <a:spAutoFit/>
            <a:scene3d>
              <a:camera prst="orthographicFront"/>
              <a:lightRig rig="threePt" dir="t"/>
            </a:scene3d>
            <a:sp3d contourW="12700"/>
          </a:bodyPr>
          <a:lstStyle/>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 Weak: "Write test cases for user roles."</a:t>
            </a: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What's missing: No role types (Admin, Manager, Viewer), </a:t>
            </a: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r>
              <a:rPr lang="en-US" altLang="en-US" sz="1400" dirty="0">
                <a:solidFill>
                  <a:srgbClr val="21262C"/>
                </a:solidFill>
                <a:latin typeface="Arial" panose="020B0604020202020204" pitchFamily="34" charset="0"/>
                <a:ea typeface="+mj-ea"/>
                <a:cs typeface="Arial" panose="020B0604020202020204" pitchFamily="34" charset="0"/>
              </a:rPr>
              <a:t>no permission matrix, no unauthorized access scenarios, no app domain.</a:t>
            </a:r>
            <a:endParaRPr lang="en-US" altLang="en-US" sz="1400" dirty="0">
              <a:solidFill>
                <a:srgbClr val="21262C"/>
              </a:solidFill>
              <a:latin typeface="Arial" panose="020B0604020202020204" pitchFamily="34" charset="0"/>
              <a:ea typeface="+mj-ea"/>
              <a:cs typeface="Arial" panose="020B0604020202020204" pitchFamily="34" charset="0"/>
            </a:endParaRPr>
          </a:p>
          <a:p>
            <a:pPr algn="just">
              <a:lnSpc>
                <a:spcPct val="114000"/>
              </a:lnSpc>
            </a:pPr>
            <a:endParaRPr lang="en-US" altLang="en-US" sz="1400" dirty="0">
              <a:solidFill>
                <a:srgbClr val="21262C"/>
              </a:solidFill>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3"/>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par>
                          <p:cTn id="10" fill="hold">
                            <p:stCondLst>
                              <p:cond delay="1000"/>
                            </p:stCondLst>
                            <p:childTnLst>
                              <p:par>
                                <p:cTn id="11" presetID="16" presetClass="entr" presetSubtype="21"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bldLvl="0" animBg="1"/>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15" name="矩形 14"/>
          <p:cNvSpPr/>
          <p:nvPr/>
        </p:nvSpPr>
        <p:spPr>
          <a:xfrm>
            <a:off x="1431472" y="-2198914"/>
            <a:ext cx="1246414" cy="1839686"/>
          </a:xfrm>
          <a:prstGeom prst="rect">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2868383" y="-2198914"/>
            <a:ext cx="1246414" cy="1839686"/>
          </a:xfrm>
          <a:prstGeom prst="rect">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5814781" y="2593498"/>
            <a:ext cx="2293697" cy="2293697"/>
            <a:chOff x="4308468" y="1981527"/>
            <a:chExt cx="1611824" cy="1611824"/>
          </a:xfrm>
          <a:solidFill>
            <a:srgbClr val="086DB8"/>
          </a:solidFill>
        </p:grpSpPr>
        <p:sp>
          <p:nvSpPr>
            <p:cNvPr id="9" name="Freeform: Shape 4"/>
            <p:cNvSpPr/>
            <p:nvPr/>
          </p:nvSpPr>
          <p:spPr bwMode="auto">
            <a:xfrm>
              <a:off x="5248946" y="2562186"/>
              <a:ext cx="287155" cy="282993"/>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0" name="Freeform: Shape 7"/>
            <p:cNvSpPr/>
            <p:nvPr/>
          </p:nvSpPr>
          <p:spPr>
            <a:xfrm rot="7768221">
              <a:off x="4308468" y="1981527"/>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11" name="组合 10"/>
          <p:cNvGrpSpPr/>
          <p:nvPr/>
        </p:nvGrpSpPr>
        <p:grpSpPr>
          <a:xfrm>
            <a:off x="4033157" y="2570737"/>
            <a:ext cx="2293697" cy="2293697"/>
            <a:chOff x="3056041" y="1980704"/>
            <a:chExt cx="1611824" cy="1611824"/>
          </a:xfrm>
          <a:solidFill>
            <a:srgbClr val="086DB8"/>
          </a:solidFill>
        </p:grpSpPr>
        <p:sp>
          <p:nvSpPr>
            <p:cNvPr id="13" name="Freeform: Shape 3"/>
            <p:cNvSpPr/>
            <p:nvPr/>
          </p:nvSpPr>
          <p:spPr bwMode="auto">
            <a:xfrm>
              <a:off x="3413084" y="2644974"/>
              <a:ext cx="247781" cy="364863"/>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4" name="Freeform: Shape 8"/>
            <p:cNvSpPr/>
            <p:nvPr/>
          </p:nvSpPr>
          <p:spPr>
            <a:xfrm rot="18235072">
              <a:off x="3056041" y="1980704"/>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17" name="组合 16"/>
          <p:cNvGrpSpPr/>
          <p:nvPr/>
        </p:nvGrpSpPr>
        <p:grpSpPr>
          <a:xfrm>
            <a:off x="4894040" y="1603548"/>
            <a:ext cx="2293697" cy="2293697"/>
            <a:chOff x="3640027" y="1359944"/>
            <a:chExt cx="1611824" cy="1611824"/>
          </a:xfrm>
          <a:solidFill>
            <a:srgbClr val="01B5EE"/>
          </a:solidFill>
        </p:grpSpPr>
        <p:sp>
          <p:nvSpPr>
            <p:cNvPr id="18" name="Freeform: Shape 6"/>
            <p:cNvSpPr/>
            <p:nvPr/>
          </p:nvSpPr>
          <p:spPr bwMode="auto">
            <a:xfrm>
              <a:off x="4305950" y="1712923"/>
              <a:ext cx="302603" cy="236819"/>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19" name="Freeform: Shape 9"/>
            <p:cNvSpPr/>
            <p:nvPr/>
          </p:nvSpPr>
          <p:spPr>
            <a:xfrm rot="2018970">
              <a:off x="3640027" y="1359944"/>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20" name="组合 19"/>
          <p:cNvGrpSpPr/>
          <p:nvPr/>
        </p:nvGrpSpPr>
        <p:grpSpPr>
          <a:xfrm>
            <a:off x="5013264" y="3313872"/>
            <a:ext cx="2293697" cy="2293697"/>
            <a:chOff x="3686325" y="2509166"/>
            <a:chExt cx="1611824" cy="1611824"/>
          </a:xfrm>
          <a:solidFill>
            <a:srgbClr val="01B5EE"/>
          </a:solidFill>
        </p:grpSpPr>
        <p:sp>
          <p:nvSpPr>
            <p:cNvPr id="21" name="Freeform: Shape 5"/>
            <p:cNvSpPr/>
            <p:nvPr/>
          </p:nvSpPr>
          <p:spPr bwMode="auto">
            <a:xfrm>
              <a:off x="4337971" y="3479957"/>
              <a:ext cx="307958" cy="307958"/>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grpFill/>
            <a:ln w="9525">
              <a:noFill/>
              <a:round/>
            </a:ln>
            <a:effectLst/>
          </p:spPr>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sp>
          <p:nvSpPr>
            <p:cNvPr id="22" name="Freeform: Shape 10"/>
            <p:cNvSpPr/>
            <p:nvPr/>
          </p:nvSpPr>
          <p:spPr>
            <a:xfrm rot="12594151">
              <a:off x="3686325" y="2509166"/>
              <a:ext cx="1611824" cy="1611824"/>
            </a:xfrm>
            <a:custGeom>
              <a:avLst/>
              <a:gdLst>
                <a:gd name="connsiteX0" fmla="*/ 888570 w 1611824"/>
                <a:gd name="connsiteY0" fmla="*/ 258306 h 1611824"/>
                <a:gd name="connsiteX1" fmla="*/ 227309 w 1611824"/>
                <a:gd name="connsiteY1" fmla="*/ 919567 h 1611824"/>
                <a:gd name="connsiteX2" fmla="*/ 888570 w 1611824"/>
                <a:gd name="connsiteY2" fmla="*/ 1580828 h 1611824"/>
                <a:gd name="connsiteX3" fmla="*/ 1549831 w 1611824"/>
                <a:gd name="connsiteY3" fmla="*/ 919567 h 1611824"/>
                <a:gd name="connsiteX4" fmla="*/ 888570 w 1611824"/>
                <a:gd name="connsiteY4" fmla="*/ 258306 h 1611824"/>
                <a:gd name="connsiteX5" fmla="*/ 805912 w 1611824"/>
                <a:gd name="connsiteY5" fmla="*/ 0 h 1611824"/>
                <a:gd name="connsiteX6" fmla="*/ 1611824 w 1611824"/>
                <a:gd name="connsiteY6" fmla="*/ 805912 h 1611824"/>
                <a:gd name="connsiteX7" fmla="*/ 805912 w 1611824"/>
                <a:gd name="connsiteY7" fmla="*/ 1611824 h 1611824"/>
                <a:gd name="connsiteX8" fmla="*/ 0 w 1611824"/>
                <a:gd name="connsiteY8" fmla="*/ 805912 h 1611824"/>
                <a:gd name="connsiteX9" fmla="*/ 805912 w 1611824"/>
                <a:gd name="connsiteY9" fmla="*/ 0 h 161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824" h="1611824">
                  <a:moveTo>
                    <a:pt x="888570" y="258306"/>
                  </a:moveTo>
                  <a:cubicBezTo>
                    <a:pt x="523366" y="258306"/>
                    <a:pt x="227309" y="554363"/>
                    <a:pt x="227309" y="919567"/>
                  </a:cubicBezTo>
                  <a:cubicBezTo>
                    <a:pt x="227309" y="1284771"/>
                    <a:pt x="523366" y="1580828"/>
                    <a:pt x="888570" y="1580828"/>
                  </a:cubicBezTo>
                  <a:cubicBezTo>
                    <a:pt x="1253774" y="1580828"/>
                    <a:pt x="1549831" y="1284771"/>
                    <a:pt x="1549831" y="919567"/>
                  </a:cubicBezTo>
                  <a:cubicBezTo>
                    <a:pt x="1549831" y="554363"/>
                    <a:pt x="1253774" y="258306"/>
                    <a:pt x="888570" y="258306"/>
                  </a:cubicBezTo>
                  <a:close/>
                  <a:moveTo>
                    <a:pt x="805912" y="0"/>
                  </a:moveTo>
                  <a:cubicBezTo>
                    <a:pt x="1251005" y="0"/>
                    <a:pt x="1611824" y="360819"/>
                    <a:pt x="1611824" y="805912"/>
                  </a:cubicBezTo>
                  <a:cubicBezTo>
                    <a:pt x="1611824" y="1251005"/>
                    <a:pt x="1251005" y="1611824"/>
                    <a:pt x="805912" y="1611824"/>
                  </a:cubicBezTo>
                  <a:cubicBezTo>
                    <a:pt x="360819" y="1611824"/>
                    <a:pt x="0" y="1251005"/>
                    <a:pt x="0" y="805912"/>
                  </a:cubicBezTo>
                  <a:cubicBezTo>
                    <a:pt x="0" y="360819"/>
                    <a:pt x="360819" y="0"/>
                    <a:pt x="80591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a:solidFill>
                  <a:schemeClr val="bg1">
                    <a:lumMod val="50000"/>
                  </a:schemeClr>
                </a:solidFill>
                <a:latin typeface="Arial" panose="020B0604020202020204" pitchFamily="34" charset="0"/>
                <a:ea typeface="Microsoft YaHei" panose="020B0503020204020204" pitchFamily="34" charset="-122"/>
                <a:cs typeface="Arial" panose="020B0604020202020204" pitchFamily="34" charset="0"/>
                <a:sym typeface="+mn-lt"/>
              </a:endParaRPr>
            </a:p>
          </p:txBody>
        </p:sp>
      </p:grpSp>
      <p:grpSp>
        <p:nvGrpSpPr>
          <p:cNvPr id="23" name="组合 22"/>
          <p:cNvGrpSpPr/>
          <p:nvPr/>
        </p:nvGrpSpPr>
        <p:grpSpPr>
          <a:xfrm>
            <a:off x="1753646" y="1293529"/>
            <a:ext cx="2801722" cy="1241040"/>
            <a:chOff x="1626835" y="2349127"/>
            <a:chExt cx="2492110" cy="1103895"/>
          </a:xfrm>
        </p:grpSpPr>
        <p:sp>
          <p:nvSpPr>
            <p:cNvPr id="24" name="文本框 23"/>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Instructions</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5" name="文本框 24"/>
            <p:cNvSpPr txBox="1"/>
            <p:nvPr/>
          </p:nvSpPr>
          <p:spPr>
            <a:xfrm>
              <a:off x="1626835" y="2687681"/>
              <a:ext cx="2492110" cy="765341"/>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Generate comprehensive test cases for a file upload functionality. Include positive, negative, validation, security, and permission-based scenarios.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26" name="组合 25"/>
          <p:cNvGrpSpPr/>
          <p:nvPr/>
        </p:nvGrpSpPr>
        <p:grpSpPr>
          <a:xfrm>
            <a:off x="580838" y="2959753"/>
            <a:ext cx="2801722" cy="1433445"/>
            <a:chOff x="1626835" y="2349127"/>
            <a:chExt cx="2492110" cy="1275038"/>
          </a:xfrm>
        </p:grpSpPr>
        <p:sp>
          <p:nvSpPr>
            <p:cNvPr id="27" name="文本框 26"/>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Context</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8" name="文本框 27"/>
            <p:cNvSpPr txBox="1"/>
            <p:nvPr/>
          </p:nvSpPr>
          <p:spPr>
            <a:xfrm>
              <a:off x="1626835" y="2687681"/>
              <a:ext cx="2492110" cy="93648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The application allows users to upload files. Validate file upload behavior based on supported file types, file size limits, duplicate files, corrupted files, and user access permissions.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29" name="组合 28"/>
          <p:cNvGrpSpPr/>
          <p:nvPr/>
        </p:nvGrpSpPr>
        <p:grpSpPr>
          <a:xfrm>
            <a:off x="7524731" y="1291003"/>
            <a:ext cx="2801722" cy="1241039"/>
            <a:chOff x="1626835" y="2349127"/>
            <a:chExt cx="2492110" cy="1103895"/>
          </a:xfrm>
        </p:grpSpPr>
        <p:sp>
          <p:nvSpPr>
            <p:cNvPr id="30" name="文本框 29"/>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Persona</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1" name="文本框 30"/>
            <p:cNvSpPr txBox="1"/>
            <p:nvPr/>
          </p:nvSpPr>
          <p:spPr>
            <a:xfrm>
              <a:off x="1626835" y="2687681"/>
              <a:ext cx="2492110" cy="765341"/>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Act as a Senior QA Engineer with expertise in API, UI, security, and functional testing for enterprise applications.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32" name="组合 31"/>
          <p:cNvGrpSpPr/>
          <p:nvPr/>
        </p:nvGrpSpPr>
        <p:grpSpPr>
          <a:xfrm>
            <a:off x="8406783" y="3034697"/>
            <a:ext cx="2801722" cy="1241039"/>
            <a:chOff x="1626835" y="2349127"/>
            <a:chExt cx="2492110" cy="1103895"/>
          </a:xfrm>
        </p:grpSpPr>
        <p:sp>
          <p:nvSpPr>
            <p:cNvPr id="33" name="文本框 32"/>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smtClean="0">
                  <a:solidFill>
                    <a:schemeClr val="tx1">
                      <a:lumMod val="75000"/>
                      <a:lumOff val="25000"/>
                    </a:schemeClr>
                  </a:solidFill>
                  <a:latin typeface="Arial" panose="020B0604020202020204" pitchFamily="34" charset="0"/>
                  <a:cs typeface="Arial" panose="020B0604020202020204" pitchFamily="34" charset="0"/>
                </a:rPr>
                <a:t>Output Format</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4" name="文本框 33"/>
            <p:cNvSpPr txBox="1"/>
            <p:nvPr/>
          </p:nvSpPr>
          <p:spPr>
            <a:xfrm>
              <a:off x="1626835" y="2687681"/>
              <a:ext cx="2492110" cy="765341"/>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Provide test cases in a structured format with Test Scenario, Preconditions, Test Steps, Test Data, Expected Result, and Priority.</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sp>
        <p:nvSpPr>
          <p:cNvPr id="35" name="文本框 34"/>
          <p:cNvSpPr txBox="1"/>
          <p:nvPr/>
        </p:nvSpPr>
        <p:spPr>
          <a:xfrm>
            <a:off x="2617411" y="260611"/>
            <a:ext cx="6798945" cy="706755"/>
          </a:xfrm>
          <a:prstGeom prst="rect">
            <a:avLst/>
          </a:prstGeom>
          <a:noFill/>
        </p:spPr>
        <p:txBody>
          <a:bodyPr wrap="non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Role Based Access Control</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grpSp>
        <p:nvGrpSpPr>
          <p:cNvPr id="2" name="组合 25"/>
          <p:cNvGrpSpPr/>
          <p:nvPr/>
        </p:nvGrpSpPr>
        <p:grpSpPr>
          <a:xfrm>
            <a:off x="1312993" y="4818398"/>
            <a:ext cx="2801722" cy="1433445"/>
            <a:chOff x="1626835" y="2349127"/>
            <a:chExt cx="2492110" cy="1275038"/>
          </a:xfrm>
        </p:grpSpPr>
        <p:sp>
          <p:nvSpPr>
            <p:cNvPr id="3" name="文本框 26"/>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Examples</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4" name="文本框 27"/>
            <p:cNvSpPr txBox="1"/>
            <p:nvPr/>
          </p:nvSpPr>
          <p:spPr>
            <a:xfrm>
              <a:off x="1626835" y="2687681"/>
              <a:ext cx="2492110" cy="93648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Example scenarios: Admin can upload all allowed files, Viewer has restricted upload access, invalid file formats should be rejected, and oversized files should display validation messages.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5" name="组合 31"/>
          <p:cNvGrpSpPr/>
          <p:nvPr/>
        </p:nvGrpSpPr>
        <p:grpSpPr>
          <a:xfrm>
            <a:off x="7831473" y="4806982"/>
            <a:ext cx="2801722" cy="1241040"/>
            <a:chOff x="1626835" y="2349127"/>
            <a:chExt cx="2492110" cy="1103895"/>
          </a:xfrm>
        </p:grpSpPr>
        <p:sp>
          <p:nvSpPr>
            <p:cNvPr id="12" name="文本框 32"/>
            <p:cNvSpPr txBox="1"/>
            <p:nvPr/>
          </p:nvSpPr>
          <p:spPr>
            <a:xfrm>
              <a:off x="1806000" y="2349127"/>
              <a:ext cx="2133781" cy="299923"/>
            </a:xfrm>
            <a:prstGeom prst="rect">
              <a:avLst/>
            </a:prstGeom>
            <a:noFill/>
          </p:spPr>
          <p:txBody>
            <a:bodyPr wrap="square" rtlCol="0">
              <a:spAutoFit/>
              <a:scene3d>
                <a:camera prst="orthographicFront"/>
                <a:lightRig rig="threePt" dir="t"/>
              </a:scene3d>
              <a:sp3d contourW="12700"/>
            </a:bodyPr>
            <a:lstStyle/>
            <a:p>
              <a:pPr algn="ctr"/>
              <a:r>
                <a:rPr lang="en-GB" altLang="en-US" sz="1600" b="1" smtClean="0">
                  <a:solidFill>
                    <a:schemeClr val="tx1">
                      <a:lumMod val="75000"/>
                      <a:lumOff val="25000"/>
                    </a:schemeClr>
                  </a:solidFill>
                  <a:latin typeface="Arial" panose="020B0604020202020204" pitchFamily="34" charset="0"/>
                  <a:cs typeface="Arial" panose="020B0604020202020204" pitchFamily="34" charset="0"/>
                </a:rPr>
                <a:t>Tone</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6" name="文本框 33"/>
            <p:cNvSpPr txBox="1"/>
            <p:nvPr/>
          </p:nvSpPr>
          <p:spPr>
            <a:xfrm>
              <a:off x="1626835" y="2687681"/>
              <a:ext cx="2492110" cy="765341"/>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Use a professional and detailed QA documentation style suitable for sharing with developers, product owners, and stakeholders.</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35"/>
                                        </p:tgtEl>
                                        <p:attrNameLst>
                                          <p:attrName>style.visibility</p:attrName>
                                        </p:attrNameLst>
                                      </p:cBhvr>
                                      <p:to>
                                        <p:strVal val="visible"/>
                                      </p:to>
                                    </p:set>
                                    <p:anim calcmode="lin" valueType="num">
                                      <p:cBhvr>
                                        <p:cTn id="23" dur="1000" fill="hold"/>
                                        <p:tgtEl>
                                          <p:spTgt spid="35"/>
                                        </p:tgtEl>
                                        <p:attrNameLst>
                                          <p:attrName>ppt_w</p:attrName>
                                        </p:attrNameLst>
                                      </p:cBhvr>
                                      <p:tavLst>
                                        <p:tav tm="0">
                                          <p:val>
                                            <p:strVal val="#ppt_w+.3"/>
                                          </p:val>
                                        </p:tav>
                                        <p:tav tm="100000">
                                          <p:val>
                                            <p:strVal val="#ppt_w"/>
                                          </p:val>
                                        </p:tav>
                                      </p:tavLst>
                                    </p:anim>
                                    <p:anim calcmode="lin" valueType="num">
                                      <p:cBhvr>
                                        <p:cTn id="24" dur="1000" fill="hold"/>
                                        <p:tgtEl>
                                          <p:spTgt spid="35"/>
                                        </p:tgtEl>
                                        <p:attrNameLst>
                                          <p:attrName>ppt_h</p:attrName>
                                        </p:attrNameLst>
                                      </p:cBhvr>
                                      <p:tavLst>
                                        <p:tav tm="0">
                                          <p:val>
                                            <p:strVal val="#ppt_h"/>
                                          </p:val>
                                        </p:tav>
                                        <p:tav tm="100000">
                                          <p:val>
                                            <p:strVal val="#ppt_h"/>
                                          </p:val>
                                        </p:tav>
                                      </p:tavLst>
                                    </p:anim>
                                    <p:animEffect transition="in" filter="fade">
                                      <p:cBhvr>
                                        <p:cTn id="25" dur="1000"/>
                                        <p:tgtEl>
                                          <p:spTgt spid="35"/>
                                        </p:tgtEl>
                                      </p:cBhvr>
                                    </p:animEffect>
                                  </p:childTnLst>
                                </p:cTn>
                              </p:par>
                            </p:childTnLst>
                          </p:cTn>
                        </p:par>
                        <p:par>
                          <p:cTn id="26" fill="hold">
                            <p:stCondLst>
                              <p:cond delay="3000"/>
                            </p:stCondLst>
                            <p:childTnLst>
                              <p:par>
                                <p:cTn id="27" presetID="10" presetClass="entr" presetSubtype="0"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par>
                          <p:cTn id="30" fill="hold">
                            <p:stCondLst>
                              <p:cond delay="3500"/>
                            </p:stCondLst>
                            <p:childTnLst>
                              <p:par>
                                <p:cTn id="31" presetID="10" presetClass="entr" presetSubtype="0"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15" name="矩形 14"/>
          <p:cNvSpPr/>
          <p:nvPr/>
        </p:nvSpPr>
        <p:spPr>
          <a:xfrm>
            <a:off x="1431472" y="-2198914"/>
            <a:ext cx="1246414" cy="1839686"/>
          </a:xfrm>
          <a:prstGeom prst="rect">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2868383" y="-2198914"/>
            <a:ext cx="1246414" cy="1839686"/>
          </a:xfrm>
          <a:prstGeom prst="rect">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8" name="Freeform 22"/>
          <p:cNvSpPr/>
          <p:nvPr/>
        </p:nvSpPr>
        <p:spPr bwMode="auto">
          <a:xfrm>
            <a:off x="4841948" y="4439337"/>
            <a:ext cx="2515813" cy="788775"/>
          </a:xfrm>
          <a:custGeom>
            <a:avLst/>
            <a:gdLst>
              <a:gd name="T0" fmla="*/ 0 w 724"/>
              <a:gd name="T1" fmla="*/ 2147483646 h 227"/>
              <a:gd name="T2" fmla="*/ 2147483646 w 724"/>
              <a:gd name="T3" fmla="*/ 2147483646 h 227"/>
              <a:gd name="T4" fmla="*/ 2147483646 w 724"/>
              <a:gd name="T5" fmla="*/ 2147483646 h 227"/>
              <a:gd name="T6" fmla="*/ 2147483646 w 724"/>
              <a:gd name="T7" fmla="*/ 2147483646 h 227"/>
              <a:gd name="T8" fmla="*/ 2147483646 w 724"/>
              <a:gd name="T9" fmla="*/ 2147483646 h 227"/>
              <a:gd name="T10" fmla="*/ 2147483646 w 724"/>
              <a:gd name="T11" fmla="*/ 2147483646 h 227"/>
              <a:gd name="T12" fmla="*/ 2147483646 w 724"/>
              <a:gd name="T13" fmla="*/ 2147483646 h 227"/>
              <a:gd name="T14" fmla="*/ 2147483646 w 724"/>
              <a:gd name="T15" fmla="*/ 0 h 227"/>
              <a:gd name="T16" fmla="*/ 2147483646 w 724"/>
              <a:gd name="T17" fmla="*/ 0 h 227"/>
              <a:gd name="T18" fmla="*/ 2147483646 w 724"/>
              <a:gd name="T19" fmla="*/ 2147483646 h 227"/>
              <a:gd name="T20" fmla="*/ 0 w 724"/>
              <a:gd name="T21" fmla="*/ 2147483646 h 2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24" h="227">
                <a:moveTo>
                  <a:pt x="0" y="112"/>
                </a:moveTo>
                <a:cubicBezTo>
                  <a:pt x="0" y="149"/>
                  <a:pt x="5" y="185"/>
                  <a:pt x="16" y="219"/>
                </a:cubicBezTo>
                <a:cubicBezTo>
                  <a:pt x="17" y="224"/>
                  <a:pt x="22" y="227"/>
                  <a:pt x="27" y="227"/>
                </a:cubicBezTo>
                <a:cubicBezTo>
                  <a:pt x="697" y="227"/>
                  <a:pt x="697" y="227"/>
                  <a:pt x="697" y="227"/>
                </a:cubicBezTo>
                <a:cubicBezTo>
                  <a:pt x="702" y="227"/>
                  <a:pt x="707" y="224"/>
                  <a:pt x="708" y="219"/>
                </a:cubicBezTo>
                <a:cubicBezTo>
                  <a:pt x="719" y="185"/>
                  <a:pt x="724" y="149"/>
                  <a:pt x="724" y="112"/>
                </a:cubicBezTo>
                <a:cubicBezTo>
                  <a:pt x="724" y="76"/>
                  <a:pt x="719" y="41"/>
                  <a:pt x="709" y="8"/>
                </a:cubicBezTo>
                <a:cubicBezTo>
                  <a:pt x="708" y="3"/>
                  <a:pt x="703" y="0"/>
                  <a:pt x="698" y="0"/>
                </a:cubicBezTo>
                <a:cubicBezTo>
                  <a:pt x="26" y="0"/>
                  <a:pt x="26" y="0"/>
                  <a:pt x="26" y="0"/>
                </a:cubicBezTo>
                <a:cubicBezTo>
                  <a:pt x="21" y="0"/>
                  <a:pt x="16" y="3"/>
                  <a:pt x="15" y="8"/>
                </a:cubicBezTo>
                <a:cubicBezTo>
                  <a:pt x="5" y="41"/>
                  <a:pt x="0" y="76"/>
                  <a:pt x="0" y="112"/>
                </a:cubicBezTo>
                <a:close/>
              </a:path>
            </a:pathLst>
          </a:custGeom>
          <a:solidFill>
            <a:srgbClr val="01B5EE"/>
          </a:solidFill>
          <a:ln>
            <a:noFill/>
          </a:ln>
        </p:spPr>
        <p:txBody>
          <a:bodyPr/>
          <a:lstStyle/>
          <a:p>
            <a:endParaRPr lang="en-US">
              <a:latin typeface="Arial" panose="020B0604020202020204" pitchFamily="34" charset="0"/>
              <a:cs typeface="Arial" panose="020B0604020202020204" pitchFamily="34" charset="0"/>
            </a:endParaRPr>
          </a:p>
        </p:txBody>
      </p:sp>
      <p:sp>
        <p:nvSpPr>
          <p:cNvPr id="9" name="Freeform 23"/>
          <p:cNvSpPr/>
          <p:nvPr/>
        </p:nvSpPr>
        <p:spPr bwMode="auto">
          <a:xfrm>
            <a:off x="5411955" y="2337965"/>
            <a:ext cx="1375797" cy="1193492"/>
          </a:xfrm>
          <a:custGeom>
            <a:avLst/>
            <a:gdLst>
              <a:gd name="T0" fmla="*/ 2147483646 w 396"/>
              <a:gd name="T1" fmla="*/ 2147483646 h 343"/>
              <a:gd name="T2" fmla="*/ 2147483646 w 396"/>
              <a:gd name="T3" fmla="*/ 2147483646 h 343"/>
              <a:gd name="T4" fmla="*/ 2147483646 w 396"/>
              <a:gd name="T5" fmla="*/ 2147483646 h 343"/>
              <a:gd name="T6" fmla="*/ 2147483646 w 396"/>
              <a:gd name="T7" fmla="*/ 2147483646 h 343"/>
              <a:gd name="T8" fmla="*/ 2147483646 w 396"/>
              <a:gd name="T9" fmla="*/ 2147483646 h 343"/>
              <a:gd name="T10" fmla="*/ 2147483646 w 396"/>
              <a:gd name="T11" fmla="*/ 2147483646 h 343"/>
              <a:gd name="T12" fmla="*/ 2147483646 w 396"/>
              <a:gd name="T13" fmla="*/ 2147483646 h 343"/>
              <a:gd name="T14" fmla="*/ 2147483646 w 396"/>
              <a:gd name="T15" fmla="*/ 2147483646 h 343"/>
              <a:gd name="T16" fmla="*/ 2147483646 w 396"/>
              <a:gd name="T17" fmla="*/ 2147483646 h 3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96" h="343">
                <a:moveTo>
                  <a:pt x="357" y="266"/>
                </a:moveTo>
                <a:cubicBezTo>
                  <a:pt x="208" y="7"/>
                  <a:pt x="208" y="7"/>
                  <a:pt x="208" y="7"/>
                </a:cubicBezTo>
                <a:cubicBezTo>
                  <a:pt x="203" y="0"/>
                  <a:pt x="193" y="0"/>
                  <a:pt x="188" y="7"/>
                </a:cubicBezTo>
                <a:cubicBezTo>
                  <a:pt x="39" y="266"/>
                  <a:pt x="39" y="266"/>
                  <a:pt x="39" y="266"/>
                </a:cubicBezTo>
                <a:cubicBezTo>
                  <a:pt x="4" y="326"/>
                  <a:pt x="4" y="326"/>
                  <a:pt x="4" y="326"/>
                </a:cubicBezTo>
                <a:cubicBezTo>
                  <a:pt x="0" y="334"/>
                  <a:pt x="5" y="343"/>
                  <a:pt x="14" y="343"/>
                </a:cubicBezTo>
                <a:cubicBezTo>
                  <a:pt x="382" y="343"/>
                  <a:pt x="382" y="343"/>
                  <a:pt x="382" y="343"/>
                </a:cubicBezTo>
                <a:cubicBezTo>
                  <a:pt x="391" y="343"/>
                  <a:pt x="396" y="334"/>
                  <a:pt x="392" y="326"/>
                </a:cubicBezTo>
                <a:lnTo>
                  <a:pt x="357" y="266"/>
                </a:lnTo>
                <a:close/>
              </a:path>
            </a:pathLst>
          </a:custGeom>
          <a:solidFill>
            <a:srgbClr val="01B5EE"/>
          </a:solidFill>
          <a:ln>
            <a:noFill/>
          </a:ln>
        </p:spPr>
        <p:txBody>
          <a:bodyPr/>
          <a:lstStyle/>
          <a:p>
            <a:endParaRPr lang="en-US">
              <a:latin typeface="Arial" panose="020B0604020202020204" pitchFamily="34" charset="0"/>
              <a:cs typeface="Arial" panose="020B0604020202020204" pitchFamily="34" charset="0"/>
            </a:endParaRPr>
          </a:p>
        </p:txBody>
      </p:sp>
      <p:sp>
        <p:nvSpPr>
          <p:cNvPr id="10" name="Freeform 24"/>
          <p:cNvSpPr/>
          <p:nvPr/>
        </p:nvSpPr>
        <p:spPr bwMode="auto">
          <a:xfrm>
            <a:off x="4939177" y="5284019"/>
            <a:ext cx="2321354" cy="807005"/>
          </a:xfrm>
          <a:custGeom>
            <a:avLst/>
            <a:gdLst>
              <a:gd name="T0" fmla="*/ 2147483646 w 668"/>
              <a:gd name="T1" fmla="*/ 2147483646 h 232"/>
              <a:gd name="T2" fmla="*/ 2147483646 w 668"/>
              <a:gd name="T3" fmla="*/ 2147483646 h 232"/>
              <a:gd name="T4" fmla="*/ 2147483646 w 668"/>
              <a:gd name="T5" fmla="*/ 0 h 232"/>
              <a:gd name="T6" fmla="*/ 2147483646 w 668"/>
              <a:gd name="T7" fmla="*/ 0 h 232"/>
              <a:gd name="T8" fmla="*/ 2147483646 w 668"/>
              <a:gd name="T9" fmla="*/ 2147483646 h 232"/>
              <a:gd name="T10" fmla="*/ 2147483646 w 668"/>
              <a:gd name="T11" fmla="*/ 2147483646 h 2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8" h="232">
                <a:moveTo>
                  <a:pt x="334" y="232"/>
                </a:moveTo>
                <a:cubicBezTo>
                  <a:pt x="482" y="232"/>
                  <a:pt x="609" y="143"/>
                  <a:pt x="665" y="17"/>
                </a:cubicBezTo>
                <a:cubicBezTo>
                  <a:pt x="668" y="9"/>
                  <a:pt x="663" y="0"/>
                  <a:pt x="655" y="0"/>
                </a:cubicBezTo>
                <a:cubicBezTo>
                  <a:pt x="13" y="0"/>
                  <a:pt x="13" y="0"/>
                  <a:pt x="13" y="0"/>
                </a:cubicBezTo>
                <a:cubicBezTo>
                  <a:pt x="5" y="0"/>
                  <a:pt x="0" y="9"/>
                  <a:pt x="3" y="17"/>
                </a:cubicBezTo>
                <a:cubicBezTo>
                  <a:pt x="59" y="143"/>
                  <a:pt x="186" y="232"/>
                  <a:pt x="334" y="232"/>
                </a:cubicBezTo>
                <a:close/>
              </a:path>
            </a:pathLst>
          </a:custGeom>
          <a:solidFill>
            <a:srgbClr val="01B5EE"/>
          </a:solidFill>
          <a:ln>
            <a:noFill/>
          </a:ln>
        </p:spPr>
        <p:txBody>
          <a:bodyPr/>
          <a:lstStyle/>
          <a:p>
            <a:endParaRPr lang="en-US">
              <a:latin typeface="Arial" panose="020B0604020202020204" pitchFamily="34" charset="0"/>
              <a:cs typeface="Arial" panose="020B0604020202020204" pitchFamily="34" charset="0"/>
            </a:endParaRPr>
          </a:p>
        </p:txBody>
      </p:sp>
      <p:sp>
        <p:nvSpPr>
          <p:cNvPr id="11" name="Freeform 25"/>
          <p:cNvSpPr/>
          <p:nvPr/>
        </p:nvSpPr>
        <p:spPr bwMode="auto">
          <a:xfrm>
            <a:off x="4936747" y="3591010"/>
            <a:ext cx="2331077" cy="788775"/>
          </a:xfrm>
          <a:custGeom>
            <a:avLst/>
            <a:gdLst>
              <a:gd name="T0" fmla="*/ 2147483646 w 671"/>
              <a:gd name="T1" fmla="*/ 2147483646 h 227"/>
              <a:gd name="T2" fmla="*/ 2147483646 w 671"/>
              <a:gd name="T3" fmla="*/ 2147483646 h 227"/>
              <a:gd name="T4" fmla="*/ 2147483646 w 671"/>
              <a:gd name="T5" fmla="*/ 2147483646 h 227"/>
              <a:gd name="T6" fmla="*/ 2147483646 w 671"/>
              <a:gd name="T7" fmla="*/ 0 h 227"/>
              <a:gd name="T8" fmla="*/ 2147483646 w 671"/>
              <a:gd name="T9" fmla="*/ 0 h 227"/>
              <a:gd name="T10" fmla="*/ 2147483646 w 671"/>
              <a:gd name="T11" fmla="*/ 2147483646 h 227"/>
              <a:gd name="T12" fmla="*/ 2147483646 w 671"/>
              <a:gd name="T13" fmla="*/ 2147483646 h 227"/>
              <a:gd name="T14" fmla="*/ 2147483646 w 671"/>
              <a:gd name="T15" fmla="*/ 2147483646 h 227"/>
              <a:gd name="T16" fmla="*/ 2147483646 w 671"/>
              <a:gd name="T17" fmla="*/ 2147483646 h 227"/>
              <a:gd name="T18" fmla="*/ 2147483646 w 671"/>
              <a:gd name="T19" fmla="*/ 2147483646 h 227"/>
              <a:gd name="T20" fmla="*/ 2147483646 w 671"/>
              <a:gd name="T21" fmla="*/ 2147483646 h 227"/>
              <a:gd name="T22" fmla="*/ 2147483646 w 671"/>
              <a:gd name="T23" fmla="*/ 2147483646 h 227"/>
              <a:gd name="T24" fmla="*/ 2147483646 w 671"/>
              <a:gd name="T25" fmla="*/ 2147483646 h 2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71" h="227">
                <a:moveTo>
                  <a:pt x="654" y="183"/>
                </a:moveTo>
                <a:cubicBezTo>
                  <a:pt x="653" y="182"/>
                  <a:pt x="653" y="182"/>
                  <a:pt x="653" y="182"/>
                </a:cubicBezTo>
                <a:cubicBezTo>
                  <a:pt x="552" y="5"/>
                  <a:pt x="552" y="5"/>
                  <a:pt x="552" y="5"/>
                </a:cubicBezTo>
                <a:cubicBezTo>
                  <a:pt x="550" y="2"/>
                  <a:pt x="546" y="0"/>
                  <a:pt x="542" y="0"/>
                </a:cubicBezTo>
                <a:cubicBezTo>
                  <a:pt x="128" y="0"/>
                  <a:pt x="128" y="0"/>
                  <a:pt x="128" y="0"/>
                </a:cubicBezTo>
                <a:cubicBezTo>
                  <a:pt x="124" y="0"/>
                  <a:pt x="120" y="2"/>
                  <a:pt x="118" y="5"/>
                </a:cubicBezTo>
                <a:cubicBezTo>
                  <a:pt x="17" y="182"/>
                  <a:pt x="17" y="182"/>
                  <a:pt x="17" y="182"/>
                </a:cubicBezTo>
                <a:cubicBezTo>
                  <a:pt x="16" y="185"/>
                  <a:pt x="16" y="185"/>
                  <a:pt x="16" y="185"/>
                </a:cubicBezTo>
                <a:cubicBezTo>
                  <a:pt x="11" y="194"/>
                  <a:pt x="7" y="202"/>
                  <a:pt x="3" y="211"/>
                </a:cubicBezTo>
                <a:cubicBezTo>
                  <a:pt x="0" y="219"/>
                  <a:pt x="5" y="227"/>
                  <a:pt x="13" y="227"/>
                </a:cubicBezTo>
                <a:cubicBezTo>
                  <a:pt x="657" y="227"/>
                  <a:pt x="657" y="227"/>
                  <a:pt x="657" y="227"/>
                </a:cubicBezTo>
                <a:cubicBezTo>
                  <a:pt x="665" y="227"/>
                  <a:pt x="671" y="219"/>
                  <a:pt x="667" y="211"/>
                </a:cubicBezTo>
                <a:cubicBezTo>
                  <a:pt x="663" y="202"/>
                  <a:pt x="659" y="193"/>
                  <a:pt x="654" y="183"/>
                </a:cubicBezTo>
                <a:close/>
              </a:path>
            </a:pathLst>
          </a:custGeom>
          <a:solidFill>
            <a:srgbClr val="01B5EE"/>
          </a:solidFill>
          <a:ln>
            <a:noFill/>
          </a:ln>
        </p:spPr>
        <p:txBody>
          <a:bodyPr/>
          <a:lstStyle/>
          <a:p>
            <a:endParaRPr lang="en-US">
              <a:latin typeface="Arial" panose="020B0604020202020204" pitchFamily="34" charset="0"/>
              <a:cs typeface="Arial" panose="020B0604020202020204" pitchFamily="34" charset="0"/>
            </a:endParaRPr>
          </a:p>
        </p:txBody>
      </p:sp>
      <p:sp>
        <p:nvSpPr>
          <p:cNvPr id="13" name="Freeform 26"/>
          <p:cNvSpPr/>
          <p:nvPr/>
        </p:nvSpPr>
        <p:spPr bwMode="auto">
          <a:xfrm>
            <a:off x="4936747" y="3591010"/>
            <a:ext cx="444825" cy="788775"/>
          </a:xfrm>
          <a:custGeom>
            <a:avLst/>
            <a:gdLst>
              <a:gd name="T0" fmla="*/ 2147483646 w 128"/>
              <a:gd name="T1" fmla="*/ 2147483646 h 227"/>
              <a:gd name="T2" fmla="*/ 2147483646 w 128"/>
              <a:gd name="T3" fmla="*/ 2147483646 h 227"/>
              <a:gd name="T4" fmla="*/ 2147483646 w 128"/>
              <a:gd name="T5" fmla="*/ 2147483646 h 227"/>
              <a:gd name="T6" fmla="*/ 2147483646 w 128"/>
              <a:gd name="T7" fmla="*/ 2147483646 h 227"/>
              <a:gd name="T8" fmla="*/ 2147483646 w 128"/>
              <a:gd name="T9" fmla="*/ 2147483646 h 227"/>
              <a:gd name="T10" fmla="*/ 2147483646 w 128"/>
              <a:gd name="T11" fmla="*/ 2147483646 h 227"/>
              <a:gd name="T12" fmla="*/ 2147483646 w 128"/>
              <a:gd name="T13" fmla="*/ 0 h 227"/>
              <a:gd name="T14" fmla="*/ 2147483646 w 128"/>
              <a:gd name="T15" fmla="*/ 2147483646 h 2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8" h="227">
                <a:moveTo>
                  <a:pt x="118" y="5"/>
                </a:moveTo>
                <a:cubicBezTo>
                  <a:pt x="17" y="182"/>
                  <a:pt x="17" y="182"/>
                  <a:pt x="17" y="182"/>
                </a:cubicBezTo>
                <a:cubicBezTo>
                  <a:pt x="16" y="185"/>
                  <a:pt x="16" y="185"/>
                  <a:pt x="16" y="185"/>
                </a:cubicBezTo>
                <a:cubicBezTo>
                  <a:pt x="11" y="194"/>
                  <a:pt x="7" y="202"/>
                  <a:pt x="3" y="211"/>
                </a:cubicBezTo>
                <a:cubicBezTo>
                  <a:pt x="0" y="219"/>
                  <a:pt x="5" y="227"/>
                  <a:pt x="13" y="227"/>
                </a:cubicBezTo>
                <a:cubicBezTo>
                  <a:pt x="128" y="227"/>
                  <a:pt x="128" y="227"/>
                  <a:pt x="128" y="227"/>
                </a:cubicBezTo>
                <a:cubicBezTo>
                  <a:pt x="128" y="0"/>
                  <a:pt x="128" y="0"/>
                  <a:pt x="128" y="0"/>
                </a:cubicBezTo>
                <a:cubicBezTo>
                  <a:pt x="124" y="0"/>
                  <a:pt x="120" y="2"/>
                  <a:pt x="118" y="5"/>
                </a:cubicBezTo>
                <a:close/>
              </a:path>
            </a:pathLst>
          </a:custGeom>
          <a:solidFill>
            <a:srgbClr val="086DB8"/>
          </a:solidFill>
          <a:ln>
            <a:noFill/>
          </a:ln>
        </p:spPr>
        <p:txBody>
          <a:bodyPr/>
          <a:lstStyle/>
          <a:p>
            <a:endParaRPr lang="en-US">
              <a:latin typeface="Arial" panose="020B0604020202020204" pitchFamily="34" charset="0"/>
              <a:cs typeface="Arial" panose="020B0604020202020204" pitchFamily="34" charset="0"/>
            </a:endParaRPr>
          </a:p>
        </p:txBody>
      </p:sp>
      <p:sp>
        <p:nvSpPr>
          <p:cNvPr id="14" name="Freeform 27"/>
          <p:cNvSpPr/>
          <p:nvPr/>
        </p:nvSpPr>
        <p:spPr bwMode="auto">
          <a:xfrm>
            <a:off x="6815707" y="3591010"/>
            <a:ext cx="452117" cy="788775"/>
          </a:xfrm>
          <a:custGeom>
            <a:avLst/>
            <a:gdLst>
              <a:gd name="T0" fmla="*/ 2147483646 w 130"/>
              <a:gd name="T1" fmla="*/ 2147483646 h 227"/>
              <a:gd name="T2" fmla="*/ 2147483646 w 130"/>
              <a:gd name="T3" fmla="*/ 2147483646 h 227"/>
              <a:gd name="T4" fmla="*/ 2147483646 w 130"/>
              <a:gd name="T5" fmla="*/ 2147483646 h 227"/>
              <a:gd name="T6" fmla="*/ 2147483646 w 130"/>
              <a:gd name="T7" fmla="*/ 2147483646 h 227"/>
              <a:gd name="T8" fmla="*/ 2147483646 w 130"/>
              <a:gd name="T9" fmla="*/ 0 h 227"/>
              <a:gd name="T10" fmla="*/ 0 w 130"/>
              <a:gd name="T11" fmla="*/ 0 h 227"/>
              <a:gd name="T12" fmla="*/ 0 w 130"/>
              <a:gd name="T13" fmla="*/ 2147483646 h 227"/>
              <a:gd name="T14" fmla="*/ 2147483646 w 130"/>
              <a:gd name="T15" fmla="*/ 2147483646 h 227"/>
              <a:gd name="T16" fmla="*/ 2147483646 w 130"/>
              <a:gd name="T17" fmla="*/ 2147483646 h 2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0" h="227">
                <a:moveTo>
                  <a:pt x="126" y="211"/>
                </a:moveTo>
                <a:cubicBezTo>
                  <a:pt x="122" y="202"/>
                  <a:pt x="118" y="193"/>
                  <a:pt x="113" y="183"/>
                </a:cubicBezTo>
                <a:cubicBezTo>
                  <a:pt x="112" y="182"/>
                  <a:pt x="112" y="182"/>
                  <a:pt x="112" y="182"/>
                </a:cubicBezTo>
                <a:cubicBezTo>
                  <a:pt x="11" y="5"/>
                  <a:pt x="11" y="5"/>
                  <a:pt x="11" y="5"/>
                </a:cubicBezTo>
                <a:cubicBezTo>
                  <a:pt x="9" y="2"/>
                  <a:pt x="5" y="0"/>
                  <a:pt x="1" y="0"/>
                </a:cubicBezTo>
                <a:cubicBezTo>
                  <a:pt x="0" y="0"/>
                  <a:pt x="0" y="0"/>
                  <a:pt x="0" y="0"/>
                </a:cubicBezTo>
                <a:cubicBezTo>
                  <a:pt x="0" y="227"/>
                  <a:pt x="0" y="227"/>
                  <a:pt x="0" y="227"/>
                </a:cubicBezTo>
                <a:cubicBezTo>
                  <a:pt x="116" y="227"/>
                  <a:pt x="116" y="227"/>
                  <a:pt x="116" y="227"/>
                </a:cubicBezTo>
                <a:cubicBezTo>
                  <a:pt x="124" y="227"/>
                  <a:pt x="130" y="219"/>
                  <a:pt x="126" y="211"/>
                </a:cubicBezTo>
                <a:close/>
              </a:path>
            </a:pathLst>
          </a:custGeom>
          <a:solidFill>
            <a:srgbClr val="086DB8"/>
          </a:solidFill>
          <a:ln>
            <a:noFill/>
          </a:ln>
        </p:spPr>
        <p:txBody>
          <a:bodyPr/>
          <a:lstStyle/>
          <a:p>
            <a:endParaRPr lang="en-US">
              <a:latin typeface="Arial" panose="020B0604020202020204" pitchFamily="34" charset="0"/>
              <a:cs typeface="Arial" panose="020B0604020202020204" pitchFamily="34" charset="0"/>
            </a:endParaRPr>
          </a:p>
        </p:txBody>
      </p:sp>
      <p:sp>
        <p:nvSpPr>
          <p:cNvPr id="17" name="Freeform 28"/>
          <p:cNvSpPr/>
          <p:nvPr/>
        </p:nvSpPr>
        <p:spPr bwMode="auto">
          <a:xfrm>
            <a:off x="4841948" y="4439337"/>
            <a:ext cx="539624" cy="788775"/>
          </a:xfrm>
          <a:custGeom>
            <a:avLst/>
            <a:gdLst>
              <a:gd name="T0" fmla="*/ 2147483646 w 155"/>
              <a:gd name="T1" fmla="*/ 0 h 227"/>
              <a:gd name="T2" fmla="*/ 2147483646 w 155"/>
              <a:gd name="T3" fmla="*/ 2147483646 h 227"/>
              <a:gd name="T4" fmla="*/ 0 w 155"/>
              <a:gd name="T5" fmla="*/ 2147483646 h 227"/>
              <a:gd name="T6" fmla="*/ 2147483646 w 155"/>
              <a:gd name="T7" fmla="*/ 2147483646 h 227"/>
              <a:gd name="T8" fmla="*/ 2147483646 w 155"/>
              <a:gd name="T9" fmla="*/ 2147483646 h 227"/>
              <a:gd name="T10" fmla="*/ 2147483646 w 155"/>
              <a:gd name="T11" fmla="*/ 2147483646 h 227"/>
              <a:gd name="T12" fmla="*/ 2147483646 w 155"/>
              <a:gd name="T13" fmla="*/ 0 h 227"/>
              <a:gd name="T14" fmla="*/ 2147483646 w 155"/>
              <a:gd name="T15" fmla="*/ 0 h 2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5" h="227">
                <a:moveTo>
                  <a:pt x="26" y="0"/>
                </a:moveTo>
                <a:cubicBezTo>
                  <a:pt x="21" y="0"/>
                  <a:pt x="16" y="3"/>
                  <a:pt x="15" y="8"/>
                </a:cubicBezTo>
                <a:cubicBezTo>
                  <a:pt x="5" y="41"/>
                  <a:pt x="0" y="76"/>
                  <a:pt x="0" y="112"/>
                </a:cubicBezTo>
                <a:cubicBezTo>
                  <a:pt x="0" y="149"/>
                  <a:pt x="5" y="185"/>
                  <a:pt x="16" y="219"/>
                </a:cubicBezTo>
                <a:cubicBezTo>
                  <a:pt x="17" y="224"/>
                  <a:pt x="22" y="227"/>
                  <a:pt x="27" y="227"/>
                </a:cubicBezTo>
                <a:cubicBezTo>
                  <a:pt x="155" y="227"/>
                  <a:pt x="155" y="227"/>
                  <a:pt x="155" y="227"/>
                </a:cubicBezTo>
                <a:cubicBezTo>
                  <a:pt x="155" y="0"/>
                  <a:pt x="155" y="0"/>
                  <a:pt x="155" y="0"/>
                </a:cubicBezTo>
                <a:lnTo>
                  <a:pt x="26" y="0"/>
                </a:lnTo>
                <a:close/>
              </a:path>
            </a:pathLst>
          </a:custGeom>
          <a:solidFill>
            <a:srgbClr val="086DB8"/>
          </a:solidFill>
          <a:ln>
            <a:noFill/>
          </a:ln>
        </p:spPr>
        <p:txBody>
          <a:bodyPr/>
          <a:lstStyle/>
          <a:p>
            <a:endParaRPr lang="en-US">
              <a:latin typeface="Arial" panose="020B0604020202020204" pitchFamily="34" charset="0"/>
              <a:cs typeface="Arial" panose="020B0604020202020204" pitchFamily="34" charset="0"/>
            </a:endParaRPr>
          </a:p>
        </p:txBody>
      </p:sp>
      <p:sp>
        <p:nvSpPr>
          <p:cNvPr id="18" name="Freeform 29"/>
          <p:cNvSpPr/>
          <p:nvPr/>
        </p:nvSpPr>
        <p:spPr bwMode="auto">
          <a:xfrm>
            <a:off x="6815707" y="4439337"/>
            <a:ext cx="542054" cy="788775"/>
          </a:xfrm>
          <a:custGeom>
            <a:avLst/>
            <a:gdLst>
              <a:gd name="T0" fmla="*/ 2147483646 w 156"/>
              <a:gd name="T1" fmla="*/ 2147483646 h 227"/>
              <a:gd name="T2" fmla="*/ 2147483646 w 156"/>
              <a:gd name="T3" fmla="*/ 0 h 227"/>
              <a:gd name="T4" fmla="*/ 0 w 156"/>
              <a:gd name="T5" fmla="*/ 0 h 227"/>
              <a:gd name="T6" fmla="*/ 0 w 156"/>
              <a:gd name="T7" fmla="*/ 2147483646 h 227"/>
              <a:gd name="T8" fmla="*/ 2147483646 w 156"/>
              <a:gd name="T9" fmla="*/ 2147483646 h 227"/>
              <a:gd name="T10" fmla="*/ 2147483646 w 156"/>
              <a:gd name="T11" fmla="*/ 2147483646 h 227"/>
              <a:gd name="T12" fmla="*/ 2147483646 w 156"/>
              <a:gd name="T13" fmla="*/ 2147483646 h 227"/>
              <a:gd name="T14" fmla="*/ 2147483646 w 156"/>
              <a:gd name="T15" fmla="*/ 2147483646 h 2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6" h="227">
                <a:moveTo>
                  <a:pt x="141" y="8"/>
                </a:moveTo>
                <a:cubicBezTo>
                  <a:pt x="140" y="3"/>
                  <a:pt x="135" y="0"/>
                  <a:pt x="130" y="0"/>
                </a:cubicBezTo>
                <a:cubicBezTo>
                  <a:pt x="0" y="0"/>
                  <a:pt x="0" y="0"/>
                  <a:pt x="0" y="0"/>
                </a:cubicBezTo>
                <a:cubicBezTo>
                  <a:pt x="0" y="227"/>
                  <a:pt x="0" y="227"/>
                  <a:pt x="0" y="227"/>
                </a:cubicBezTo>
                <a:cubicBezTo>
                  <a:pt x="129" y="227"/>
                  <a:pt x="129" y="227"/>
                  <a:pt x="129" y="227"/>
                </a:cubicBezTo>
                <a:cubicBezTo>
                  <a:pt x="134" y="227"/>
                  <a:pt x="139" y="224"/>
                  <a:pt x="140" y="219"/>
                </a:cubicBezTo>
                <a:cubicBezTo>
                  <a:pt x="151" y="185"/>
                  <a:pt x="156" y="149"/>
                  <a:pt x="156" y="112"/>
                </a:cubicBezTo>
                <a:cubicBezTo>
                  <a:pt x="156" y="76"/>
                  <a:pt x="151" y="41"/>
                  <a:pt x="141" y="8"/>
                </a:cubicBezTo>
                <a:close/>
              </a:path>
            </a:pathLst>
          </a:custGeom>
          <a:solidFill>
            <a:srgbClr val="086DB8"/>
          </a:solidFill>
          <a:ln>
            <a:noFill/>
          </a:ln>
        </p:spPr>
        <p:txBody>
          <a:bodyPr/>
          <a:lstStyle/>
          <a:p>
            <a:endParaRPr lang="en-US">
              <a:latin typeface="Arial" panose="020B0604020202020204" pitchFamily="34" charset="0"/>
              <a:cs typeface="Arial" panose="020B0604020202020204" pitchFamily="34" charset="0"/>
            </a:endParaRPr>
          </a:p>
        </p:txBody>
      </p:sp>
      <p:sp>
        <p:nvSpPr>
          <p:cNvPr id="19" name="Freeform 30"/>
          <p:cNvSpPr/>
          <p:nvPr/>
        </p:nvSpPr>
        <p:spPr bwMode="auto">
          <a:xfrm>
            <a:off x="6815707" y="5284019"/>
            <a:ext cx="444825" cy="580946"/>
          </a:xfrm>
          <a:custGeom>
            <a:avLst/>
            <a:gdLst>
              <a:gd name="T0" fmla="*/ 2147483646 w 128"/>
              <a:gd name="T1" fmla="*/ 2147483646 h 167"/>
              <a:gd name="T2" fmla="*/ 2147483646 w 128"/>
              <a:gd name="T3" fmla="*/ 0 h 167"/>
              <a:gd name="T4" fmla="*/ 0 w 128"/>
              <a:gd name="T5" fmla="*/ 0 h 167"/>
              <a:gd name="T6" fmla="*/ 0 w 128"/>
              <a:gd name="T7" fmla="*/ 2147483646 h 167"/>
              <a:gd name="T8" fmla="*/ 2147483646 w 128"/>
              <a:gd name="T9" fmla="*/ 2147483646 h 1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 h="167">
                <a:moveTo>
                  <a:pt x="125" y="17"/>
                </a:moveTo>
                <a:cubicBezTo>
                  <a:pt x="128" y="9"/>
                  <a:pt x="123" y="0"/>
                  <a:pt x="115" y="0"/>
                </a:cubicBezTo>
                <a:cubicBezTo>
                  <a:pt x="0" y="0"/>
                  <a:pt x="0" y="0"/>
                  <a:pt x="0" y="0"/>
                </a:cubicBezTo>
                <a:cubicBezTo>
                  <a:pt x="0" y="167"/>
                  <a:pt x="0" y="167"/>
                  <a:pt x="0" y="167"/>
                </a:cubicBezTo>
                <a:cubicBezTo>
                  <a:pt x="54" y="130"/>
                  <a:pt x="98" y="78"/>
                  <a:pt x="125" y="17"/>
                </a:cubicBezTo>
                <a:close/>
              </a:path>
            </a:pathLst>
          </a:custGeom>
          <a:solidFill>
            <a:srgbClr val="086DB8"/>
          </a:solidFill>
          <a:ln>
            <a:noFill/>
          </a:ln>
        </p:spPr>
        <p:txBody>
          <a:bodyPr/>
          <a:lstStyle/>
          <a:p>
            <a:endParaRPr lang="en-US">
              <a:latin typeface="Arial" panose="020B0604020202020204" pitchFamily="34" charset="0"/>
              <a:cs typeface="Arial" panose="020B0604020202020204" pitchFamily="34" charset="0"/>
            </a:endParaRPr>
          </a:p>
        </p:txBody>
      </p:sp>
      <p:sp>
        <p:nvSpPr>
          <p:cNvPr id="20" name="Freeform 31"/>
          <p:cNvSpPr/>
          <p:nvPr/>
        </p:nvSpPr>
        <p:spPr bwMode="auto">
          <a:xfrm>
            <a:off x="4939177" y="5284019"/>
            <a:ext cx="442394" cy="580946"/>
          </a:xfrm>
          <a:custGeom>
            <a:avLst/>
            <a:gdLst>
              <a:gd name="T0" fmla="*/ 2147483646 w 127"/>
              <a:gd name="T1" fmla="*/ 0 h 167"/>
              <a:gd name="T2" fmla="*/ 2147483646 w 127"/>
              <a:gd name="T3" fmla="*/ 2147483646 h 167"/>
              <a:gd name="T4" fmla="*/ 2147483646 w 127"/>
              <a:gd name="T5" fmla="*/ 2147483646 h 167"/>
              <a:gd name="T6" fmla="*/ 2147483646 w 127"/>
              <a:gd name="T7" fmla="*/ 0 h 167"/>
              <a:gd name="T8" fmla="*/ 2147483646 w 127"/>
              <a:gd name="T9" fmla="*/ 0 h 1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 h="167">
                <a:moveTo>
                  <a:pt x="13" y="0"/>
                </a:moveTo>
                <a:cubicBezTo>
                  <a:pt x="5" y="0"/>
                  <a:pt x="0" y="9"/>
                  <a:pt x="3" y="17"/>
                </a:cubicBezTo>
                <a:cubicBezTo>
                  <a:pt x="30" y="77"/>
                  <a:pt x="73" y="129"/>
                  <a:pt x="127" y="167"/>
                </a:cubicBezTo>
                <a:cubicBezTo>
                  <a:pt x="127" y="0"/>
                  <a:pt x="127" y="0"/>
                  <a:pt x="127" y="0"/>
                </a:cubicBezTo>
                <a:lnTo>
                  <a:pt x="13" y="0"/>
                </a:lnTo>
                <a:close/>
              </a:path>
            </a:pathLst>
          </a:custGeom>
          <a:solidFill>
            <a:srgbClr val="086DB8"/>
          </a:solidFill>
          <a:ln>
            <a:noFill/>
          </a:ln>
        </p:spPr>
        <p:txBody>
          <a:bodyPr/>
          <a:lstStyle/>
          <a:p>
            <a:endParaRPr lang="en-US">
              <a:latin typeface="Arial" panose="020B0604020202020204" pitchFamily="34" charset="0"/>
              <a:cs typeface="Arial" panose="020B0604020202020204" pitchFamily="34" charset="0"/>
            </a:endParaRPr>
          </a:p>
        </p:txBody>
      </p:sp>
      <p:grpSp>
        <p:nvGrpSpPr>
          <p:cNvPr id="21" name="组合 20"/>
          <p:cNvGrpSpPr/>
          <p:nvPr/>
        </p:nvGrpSpPr>
        <p:grpSpPr>
          <a:xfrm>
            <a:off x="8034976" y="2671753"/>
            <a:ext cx="2801722" cy="1135358"/>
            <a:chOff x="1626835" y="2349127"/>
            <a:chExt cx="2492110" cy="1009892"/>
          </a:xfrm>
        </p:grpSpPr>
        <p:sp>
          <p:nvSpPr>
            <p:cNvPr id="22" name="文本框 21"/>
            <p:cNvSpPr txBox="1"/>
            <p:nvPr/>
          </p:nvSpPr>
          <p:spPr>
            <a:xfrm>
              <a:off x="1806000" y="2349127"/>
              <a:ext cx="2133781" cy="301141"/>
            </a:xfrm>
            <a:prstGeom prst="rect">
              <a:avLst/>
            </a:prstGeom>
            <a:noFill/>
          </p:spPr>
          <p:txBody>
            <a:bodyPr wrap="square" rtlCol="0">
              <a:spAutoFit/>
              <a:scene3d>
                <a:camera prst="orthographicFront"/>
                <a:lightRig rig="threePt" dir="t"/>
              </a:scene3d>
              <a:sp3d contourW="12700"/>
            </a:bodyPr>
            <a:lstStyle/>
            <a:p>
              <a:pPr algn="ctr"/>
              <a:r>
                <a:rPr lang="en-US" altLang="zh-CN" sz="1600" b="1" dirty="0" smtClean="0">
                  <a:solidFill>
                    <a:schemeClr val="tx1">
                      <a:lumMod val="75000"/>
                      <a:lumOff val="25000"/>
                    </a:schemeClr>
                  </a:solidFill>
                  <a:latin typeface="Arial" panose="020B0604020202020204" pitchFamily="34" charset="0"/>
                  <a:cs typeface="Arial" panose="020B0604020202020204" pitchFamily="34" charset="0"/>
                </a:rPr>
                <a:t>Title text addition</a:t>
              </a:r>
              <a:endParaRPr lang="en-US" altLang="zh-CN"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3" name="文本框 22"/>
            <p:cNvSpPr txBox="1"/>
            <p:nvPr/>
          </p:nvSpPr>
          <p:spPr>
            <a:xfrm>
              <a:off x="1626835" y="2687681"/>
              <a:ext cx="2492110" cy="671338"/>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100" dirty="0">
                  <a:solidFill>
                    <a:schemeClr val="tx1">
                      <a:lumMod val="50000"/>
                      <a:lumOff val="50000"/>
                    </a:schemeClr>
                  </a:solidFill>
                  <a:latin typeface="Arial" panose="020B0604020202020204" pitchFamily="34" charset="0"/>
                  <a:ea typeface="+mj-ea"/>
                  <a:cs typeface="Arial" panose="020B0604020202020204" pitchFamily="34" charset="0"/>
                </a:rPr>
                <a:t>The user can demonstrate on a projector or computer, or print the presentation and make it </a:t>
              </a:r>
              <a:r>
                <a:rPr lang="en-US" altLang="zh-CN" sz="1100" dirty="0" smtClean="0">
                  <a:solidFill>
                    <a:schemeClr val="tx1">
                      <a:lumMod val="50000"/>
                      <a:lumOff val="50000"/>
                    </a:schemeClr>
                  </a:solidFill>
                  <a:latin typeface="Arial" panose="020B0604020202020204" pitchFamily="34" charset="0"/>
                  <a:ea typeface="+mj-ea"/>
                  <a:cs typeface="Arial" panose="020B0604020202020204" pitchFamily="34" charset="0"/>
                </a:rPr>
                <a:t>film</a:t>
              </a:r>
              <a:endParaRPr lang="en-US" altLang="zh-CN"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24" name="组合 23"/>
          <p:cNvGrpSpPr/>
          <p:nvPr/>
        </p:nvGrpSpPr>
        <p:grpSpPr>
          <a:xfrm>
            <a:off x="8034976" y="4660433"/>
            <a:ext cx="2801722" cy="1135358"/>
            <a:chOff x="1626835" y="2349127"/>
            <a:chExt cx="2492110" cy="1009892"/>
          </a:xfrm>
        </p:grpSpPr>
        <p:sp>
          <p:nvSpPr>
            <p:cNvPr id="25" name="文本框 24"/>
            <p:cNvSpPr txBox="1"/>
            <p:nvPr/>
          </p:nvSpPr>
          <p:spPr>
            <a:xfrm>
              <a:off x="1806000" y="2349127"/>
              <a:ext cx="2133781" cy="301141"/>
            </a:xfrm>
            <a:prstGeom prst="rect">
              <a:avLst/>
            </a:prstGeom>
            <a:noFill/>
          </p:spPr>
          <p:txBody>
            <a:bodyPr wrap="square" rtlCol="0">
              <a:spAutoFit/>
              <a:scene3d>
                <a:camera prst="orthographicFront"/>
                <a:lightRig rig="threePt" dir="t"/>
              </a:scene3d>
              <a:sp3d contourW="12700"/>
            </a:bodyPr>
            <a:lstStyle/>
            <a:p>
              <a:pPr algn="ctr"/>
              <a:r>
                <a:rPr lang="en-US" altLang="zh-CN" sz="1600" b="1" smtClean="0">
                  <a:solidFill>
                    <a:schemeClr val="tx1">
                      <a:lumMod val="75000"/>
                      <a:lumOff val="25000"/>
                    </a:schemeClr>
                  </a:solidFill>
                  <a:latin typeface="Arial" panose="020B0604020202020204" pitchFamily="34" charset="0"/>
                  <a:cs typeface="Arial" panose="020B0604020202020204" pitchFamily="34" charset="0"/>
                </a:rPr>
                <a:t>Title text addition</a:t>
              </a:r>
              <a:endParaRPr lang="en-US" altLang="zh-CN"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6" name="文本框 25"/>
            <p:cNvSpPr txBox="1"/>
            <p:nvPr/>
          </p:nvSpPr>
          <p:spPr>
            <a:xfrm>
              <a:off x="1626835" y="2687681"/>
              <a:ext cx="2492110" cy="671338"/>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100" dirty="0">
                  <a:solidFill>
                    <a:schemeClr val="tx1">
                      <a:lumMod val="50000"/>
                      <a:lumOff val="50000"/>
                    </a:schemeClr>
                  </a:solidFill>
                  <a:latin typeface="Arial" panose="020B0604020202020204" pitchFamily="34" charset="0"/>
                  <a:ea typeface="+mj-ea"/>
                  <a:cs typeface="Arial" panose="020B0604020202020204" pitchFamily="34" charset="0"/>
                </a:rPr>
                <a:t>The user can demonstrate on a projector or computer, or print the presentation and make it </a:t>
              </a:r>
              <a:r>
                <a:rPr lang="en-US" altLang="zh-CN" sz="1100" dirty="0" smtClean="0">
                  <a:solidFill>
                    <a:schemeClr val="tx1">
                      <a:lumMod val="50000"/>
                      <a:lumOff val="50000"/>
                    </a:schemeClr>
                  </a:solidFill>
                  <a:latin typeface="Arial" panose="020B0604020202020204" pitchFamily="34" charset="0"/>
                  <a:ea typeface="+mj-ea"/>
                  <a:cs typeface="Arial" panose="020B0604020202020204" pitchFamily="34" charset="0"/>
                </a:rPr>
                <a:t>film</a:t>
              </a:r>
              <a:endParaRPr lang="en-US" altLang="zh-CN"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27" name="组合 26"/>
          <p:cNvGrpSpPr/>
          <p:nvPr/>
        </p:nvGrpSpPr>
        <p:grpSpPr>
          <a:xfrm>
            <a:off x="1417957" y="2671753"/>
            <a:ext cx="2801722" cy="1135358"/>
            <a:chOff x="1626835" y="2349127"/>
            <a:chExt cx="2492110" cy="1009892"/>
          </a:xfrm>
        </p:grpSpPr>
        <p:sp>
          <p:nvSpPr>
            <p:cNvPr id="28" name="文本框 27"/>
            <p:cNvSpPr txBox="1"/>
            <p:nvPr/>
          </p:nvSpPr>
          <p:spPr>
            <a:xfrm>
              <a:off x="1806000" y="2349127"/>
              <a:ext cx="2133781" cy="301141"/>
            </a:xfrm>
            <a:prstGeom prst="rect">
              <a:avLst/>
            </a:prstGeom>
            <a:noFill/>
          </p:spPr>
          <p:txBody>
            <a:bodyPr wrap="square" rtlCol="0">
              <a:spAutoFit/>
              <a:scene3d>
                <a:camera prst="orthographicFront"/>
                <a:lightRig rig="threePt" dir="t"/>
              </a:scene3d>
              <a:sp3d contourW="12700"/>
            </a:bodyPr>
            <a:lstStyle/>
            <a:p>
              <a:pPr algn="ctr"/>
              <a:r>
                <a:rPr lang="en-US" altLang="zh-CN" sz="1600" b="1" smtClean="0">
                  <a:solidFill>
                    <a:schemeClr val="tx1">
                      <a:lumMod val="75000"/>
                      <a:lumOff val="25000"/>
                    </a:schemeClr>
                  </a:solidFill>
                  <a:latin typeface="Arial" panose="020B0604020202020204" pitchFamily="34" charset="0"/>
                  <a:cs typeface="Arial" panose="020B0604020202020204" pitchFamily="34" charset="0"/>
                </a:rPr>
                <a:t>Title text addition</a:t>
              </a:r>
              <a:endParaRPr lang="en-US" altLang="zh-CN"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9" name="文本框 28"/>
            <p:cNvSpPr txBox="1"/>
            <p:nvPr/>
          </p:nvSpPr>
          <p:spPr>
            <a:xfrm>
              <a:off x="1626835" y="2687681"/>
              <a:ext cx="2492110" cy="671338"/>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100" dirty="0">
                  <a:solidFill>
                    <a:schemeClr val="tx1">
                      <a:lumMod val="50000"/>
                      <a:lumOff val="50000"/>
                    </a:schemeClr>
                  </a:solidFill>
                  <a:latin typeface="Arial" panose="020B0604020202020204" pitchFamily="34" charset="0"/>
                  <a:ea typeface="+mj-ea"/>
                  <a:cs typeface="Arial" panose="020B0604020202020204" pitchFamily="34" charset="0"/>
                </a:rPr>
                <a:t>The user can demonstrate on a projector or computer, or print the presentation and make it </a:t>
              </a:r>
              <a:r>
                <a:rPr lang="en-US" altLang="zh-CN" sz="1100" dirty="0" smtClean="0">
                  <a:solidFill>
                    <a:schemeClr val="tx1">
                      <a:lumMod val="50000"/>
                      <a:lumOff val="50000"/>
                    </a:schemeClr>
                  </a:solidFill>
                  <a:latin typeface="Arial" panose="020B0604020202020204" pitchFamily="34" charset="0"/>
                  <a:ea typeface="+mj-ea"/>
                  <a:cs typeface="Arial" panose="020B0604020202020204" pitchFamily="34" charset="0"/>
                </a:rPr>
                <a:t>film</a:t>
              </a:r>
              <a:endParaRPr lang="en-US" altLang="zh-CN"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30" name="组合 29"/>
          <p:cNvGrpSpPr/>
          <p:nvPr/>
        </p:nvGrpSpPr>
        <p:grpSpPr>
          <a:xfrm>
            <a:off x="1417957" y="4660433"/>
            <a:ext cx="2801722" cy="1135358"/>
            <a:chOff x="1626835" y="2349127"/>
            <a:chExt cx="2492110" cy="1009892"/>
          </a:xfrm>
        </p:grpSpPr>
        <p:sp>
          <p:nvSpPr>
            <p:cNvPr id="31" name="文本框 30"/>
            <p:cNvSpPr txBox="1"/>
            <p:nvPr/>
          </p:nvSpPr>
          <p:spPr>
            <a:xfrm>
              <a:off x="1806000" y="2349127"/>
              <a:ext cx="2133781" cy="301141"/>
            </a:xfrm>
            <a:prstGeom prst="rect">
              <a:avLst/>
            </a:prstGeom>
            <a:noFill/>
          </p:spPr>
          <p:txBody>
            <a:bodyPr wrap="square" rtlCol="0">
              <a:spAutoFit/>
              <a:scene3d>
                <a:camera prst="orthographicFront"/>
                <a:lightRig rig="threePt" dir="t"/>
              </a:scene3d>
              <a:sp3d contourW="12700"/>
            </a:bodyPr>
            <a:lstStyle/>
            <a:p>
              <a:pPr algn="ctr"/>
              <a:r>
                <a:rPr lang="en-US" altLang="zh-CN" sz="1600" b="1" dirty="0" smtClean="0">
                  <a:solidFill>
                    <a:schemeClr val="tx1">
                      <a:lumMod val="75000"/>
                      <a:lumOff val="25000"/>
                    </a:schemeClr>
                  </a:solidFill>
                  <a:latin typeface="Arial" panose="020B0604020202020204" pitchFamily="34" charset="0"/>
                  <a:cs typeface="Arial" panose="020B0604020202020204" pitchFamily="34" charset="0"/>
                </a:rPr>
                <a:t>Title text addition</a:t>
              </a:r>
              <a:endParaRPr lang="en-US" altLang="zh-CN"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2" name="文本框 31"/>
            <p:cNvSpPr txBox="1"/>
            <p:nvPr/>
          </p:nvSpPr>
          <p:spPr>
            <a:xfrm>
              <a:off x="1626835" y="2687681"/>
              <a:ext cx="2492110" cy="671338"/>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100" dirty="0">
                  <a:solidFill>
                    <a:schemeClr val="tx1">
                      <a:lumMod val="50000"/>
                      <a:lumOff val="50000"/>
                    </a:schemeClr>
                  </a:solidFill>
                  <a:latin typeface="Arial" panose="020B0604020202020204" pitchFamily="34" charset="0"/>
                  <a:ea typeface="+mj-ea"/>
                  <a:cs typeface="Arial" panose="020B0604020202020204" pitchFamily="34" charset="0"/>
                </a:rPr>
                <a:t>The user can demonstrate on a projector or computer, or print the presentation and make it </a:t>
              </a:r>
              <a:r>
                <a:rPr lang="en-US" altLang="zh-CN" sz="1100" dirty="0" smtClean="0">
                  <a:solidFill>
                    <a:schemeClr val="tx1">
                      <a:lumMod val="50000"/>
                      <a:lumOff val="50000"/>
                    </a:schemeClr>
                  </a:solidFill>
                  <a:latin typeface="Arial" panose="020B0604020202020204" pitchFamily="34" charset="0"/>
                  <a:ea typeface="+mj-ea"/>
                  <a:cs typeface="Arial" panose="020B0604020202020204" pitchFamily="34" charset="0"/>
                </a:rPr>
                <a:t>film</a:t>
              </a:r>
              <a:endParaRPr lang="en-US" altLang="zh-CN"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sp>
        <p:nvSpPr>
          <p:cNvPr id="33" name="Freeform 23"/>
          <p:cNvSpPr>
            <a:spLocks noEditPoints="1"/>
          </p:cNvSpPr>
          <p:nvPr/>
        </p:nvSpPr>
        <p:spPr bwMode="auto">
          <a:xfrm>
            <a:off x="5862408" y="4597493"/>
            <a:ext cx="472462" cy="472462"/>
          </a:xfrm>
          <a:custGeom>
            <a:avLst/>
            <a:gdLst>
              <a:gd name="T0" fmla="*/ 2147483646 w 140"/>
              <a:gd name="T1" fmla="*/ 2147483646 h 140"/>
              <a:gd name="T2" fmla="*/ 2147483646 w 140"/>
              <a:gd name="T3" fmla="*/ 2147483646 h 140"/>
              <a:gd name="T4" fmla="*/ 2147483646 w 140"/>
              <a:gd name="T5" fmla="*/ 2147483646 h 140"/>
              <a:gd name="T6" fmla="*/ 2147483646 w 140"/>
              <a:gd name="T7" fmla="*/ 2147483646 h 140"/>
              <a:gd name="T8" fmla="*/ 2147483646 w 140"/>
              <a:gd name="T9" fmla="*/ 2147483646 h 140"/>
              <a:gd name="T10" fmla="*/ 0 w 140"/>
              <a:gd name="T11" fmla="*/ 2147483646 h 140"/>
              <a:gd name="T12" fmla="*/ 2147483646 w 140"/>
              <a:gd name="T13" fmla="*/ 2147483646 h 140"/>
              <a:gd name="T14" fmla="*/ 2147483646 w 140"/>
              <a:gd name="T15" fmla="*/ 2147483646 h 140"/>
              <a:gd name="T16" fmla="*/ 2147483646 w 140"/>
              <a:gd name="T17" fmla="*/ 2147483646 h 140"/>
              <a:gd name="T18" fmla="*/ 2147483646 w 140"/>
              <a:gd name="T19" fmla="*/ 2147483646 h 140"/>
              <a:gd name="T20" fmla="*/ 2147483646 w 140"/>
              <a:gd name="T21" fmla="*/ 0 h 140"/>
              <a:gd name="T22" fmla="*/ 2147483646 w 140"/>
              <a:gd name="T23" fmla="*/ 2147483646 h 140"/>
              <a:gd name="T24" fmla="*/ 2147483646 w 140"/>
              <a:gd name="T25" fmla="*/ 2147483646 h 140"/>
              <a:gd name="T26" fmla="*/ 2147483646 w 140"/>
              <a:gd name="T27" fmla="*/ 2147483646 h 140"/>
              <a:gd name="T28" fmla="*/ 2147483646 w 140"/>
              <a:gd name="T29" fmla="*/ 2147483646 h 140"/>
              <a:gd name="T30" fmla="*/ 2147483646 w 140"/>
              <a:gd name="T31" fmla="*/ 2147483646 h 140"/>
              <a:gd name="T32" fmla="*/ 2147483646 w 140"/>
              <a:gd name="T33" fmla="*/ 2147483646 h 140"/>
              <a:gd name="T34" fmla="*/ 2147483646 w 140"/>
              <a:gd name="T35" fmla="*/ 2147483646 h 140"/>
              <a:gd name="T36" fmla="*/ 2147483646 w 140"/>
              <a:gd name="T37" fmla="*/ 2147483646 h 140"/>
              <a:gd name="T38" fmla="*/ 2147483646 w 140"/>
              <a:gd name="T39" fmla="*/ 2147483646 h 140"/>
              <a:gd name="T40" fmla="*/ 2147483646 w 140"/>
              <a:gd name="T41" fmla="*/ 2147483646 h 140"/>
              <a:gd name="T42" fmla="*/ 2147483646 w 140"/>
              <a:gd name="T43" fmla="*/ 2147483646 h 140"/>
              <a:gd name="T44" fmla="*/ 2147483646 w 140"/>
              <a:gd name="T45" fmla="*/ 2147483646 h 140"/>
              <a:gd name="T46" fmla="*/ 2147483646 w 140"/>
              <a:gd name="T47" fmla="*/ 2147483646 h 140"/>
              <a:gd name="T48" fmla="*/ 2147483646 w 140"/>
              <a:gd name="T49" fmla="*/ 2147483646 h 140"/>
              <a:gd name="T50" fmla="*/ 2147483646 w 140"/>
              <a:gd name="T51" fmla="*/ 2147483646 h 140"/>
              <a:gd name="T52" fmla="*/ 2147483646 w 140"/>
              <a:gd name="T53" fmla="*/ 2147483646 h 140"/>
              <a:gd name="T54" fmla="*/ 2147483646 w 140"/>
              <a:gd name="T55" fmla="*/ 2147483646 h 140"/>
              <a:gd name="T56" fmla="*/ 2147483646 w 140"/>
              <a:gd name="T57" fmla="*/ 2147483646 h 140"/>
              <a:gd name="T58" fmla="*/ 2147483646 w 140"/>
              <a:gd name="T59" fmla="*/ 2147483646 h 140"/>
              <a:gd name="T60" fmla="*/ 2147483646 w 140"/>
              <a:gd name="T61" fmla="*/ 2147483646 h 140"/>
              <a:gd name="T62" fmla="*/ 2147483646 w 140"/>
              <a:gd name="T63" fmla="*/ 2147483646 h 140"/>
              <a:gd name="T64" fmla="*/ 2147483646 w 140"/>
              <a:gd name="T65" fmla="*/ 2147483646 h 140"/>
              <a:gd name="T66" fmla="*/ 2147483646 w 140"/>
              <a:gd name="T67" fmla="*/ 2147483646 h 140"/>
              <a:gd name="T68" fmla="*/ 2147483646 w 140"/>
              <a:gd name="T69" fmla="*/ 2147483646 h 140"/>
              <a:gd name="T70" fmla="*/ 2147483646 w 140"/>
              <a:gd name="T71" fmla="*/ 2147483646 h 140"/>
              <a:gd name="T72" fmla="*/ 2147483646 w 140"/>
              <a:gd name="T73" fmla="*/ 2147483646 h 140"/>
              <a:gd name="T74" fmla="*/ 2147483646 w 140"/>
              <a:gd name="T75" fmla="*/ 2147483646 h 140"/>
              <a:gd name="T76" fmla="*/ 2147483646 w 140"/>
              <a:gd name="T77" fmla="*/ 2147483646 h 140"/>
              <a:gd name="T78" fmla="*/ 2147483646 w 140"/>
              <a:gd name="T79" fmla="*/ 2147483646 h 140"/>
              <a:gd name="T80" fmla="*/ 2147483646 w 140"/>
              <a:gd name="T81" fmla="*/ 2147483646 h 140"/>
              <a:gd name="T82" fmla="*/ 2147483646 w 140"/>
              <a:gd name="T83" fmla="*/ 2147483646 h 140"/>
              <a:gd name="T84" fmla="*/ 2147483646 w 140"/>
              <a:gd name="T85" fmla="*/ 2147483646 h 140"/>
              <a:gd name="T86" fmla="*/ 2147483646 w 140"/>
              <a:gd name="T87" fmla="*/ 2147483646 h 140"/>
              <a:gd name="T88" fmla="*/ 2147483646 w 140"/>
              <a:gd name="T89" fmla="*/ 2147483646 h 140"/>
              <a:gd name="T90" fmla="*/ 2147483646 w 140"/>
              <a:gd name="T91" fmla="*/ 2147483646 h 140"/>
              <a:gd name="T92" fmla="*/ 2147483646 w 140"/>
              <a:gd name="T93" fmla="*/ 2147483646 h 140"/>
              <a:gd name="T94" fmla="*/ 2147483646 w 140"/>
              <a:gd name="T95" fmla="*/ 2147483646 h 140"/>
              <a:gd name="T96" fmla="*/ 2147483646 w 140"/>
              <a:gd name="T97" fmla="*/ 2147483646 h 140"/>
              <a:gd name="T98" fmla="*/ 2147483646 w 140"/>
              <a:gd name="T99" fmla="*/ 2147483646 h 14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40" h="140">
                <a:moveTo>
                  <a:pt x="77" y="140"/>
                </a:moveTo>
                <a:cubicBezTo>
                  <a:pt x="63" y="140"/>
                  <a:pt x="63" y="140"/>
                  <a:pt x="63" y="140"/>
                </a:cubicBezTo>
                <a:cubicBezTo>
                  <a:pt x="60" y="140"/>
                  <a:pt x="58" y="137"/>
                  <a:pt x="57" y="135"/>
                </a:cubicBezTo>
                <a:cubicBezTo>
                  <a:pt x="55" y="121"/>
                  <a:pt x="55" y="121"/>
                  <a:pt x="55" y="121"/>
                </a:cubicBezTo>
                <a:cubicBezTo>
                  <a:pt x="55" y="120"/>
                  <a:pt x="54" y="120"/>
                  <a:pt x="54" y="120"/>
                </a:cubicBezTo>
                <a:cubicBezTo>
                  <a:pt x="51" y="119"/>
                  <a:pt x="49" y="118"/>
                  <a:pt x="46" y="116"/>
                </a:cubicBezTo>
                <a:cubicBezTo>
                  <a:pt x="46" y="116"/>
                  <a:pt x="45" y="116"/>
                  <a:pt x="44" y="117"/>
                </a:cubicBezTo>
                <a:cubicBezTo>
                  <a:pt x="33" y="125"/>
                  <a:pt x="33" y="125"/>
                  <a:pt x="33" y="125"/>
                </a:cubicBezTo>
                <a:cubicBezTo>
                  <a:pt x="31" y="126"/>
                  <a:pt x="28" y="126"/>
                  <a:pt x="25" y="124"/>
                </a:cubicBezTo>
                <a:cubicBezTo>
                  <a:pt x="16" y="114"/>
                  <a:pt x="16" y="114"/>
                  <a:pt x="16" y="114"/>
                </a:cubicBezTo>
                <a:cubicBezTo>
                  <a:pt x="14" y="112"/>
                  <a:pt x="14" y="109"/>
                  <a:pt x="15" y="107"/>
                </a:cubicBezTo>
                <a:cubicBezTo>
                  <a:pt x="23" y="95"/>
                  <a:pt x="23" y="95"/>
                  <a:pt x="23" y="95"/>
                </a:cubicBezTo>
                <a:cubicBezTo>
                  <a:pt x="24" y="95"/>
                  <a:pt x="24" y="94"/>
                  <a:pt x="23" y="94"/>
                </a:cubicBezTo>
                <a:cubicBezTo>
                  <a:pt x="22" y="91"/>
                  <a:pt x="21" y="89"/>
                  <a:pt x="20" y="86"/>
                </a:cubicBezTo>
                <a:cubicBezTo>
                  <a:pt x="20" y="85"/>
                  <a:pt x="20" y="85"/>
                  <a:pt x="19" y="85"/>
                </a:cubicBezTo>
                <a:cubicBezTo>
                  <a:pt x="5" y="83"/>
                  <a:pt x="5" y="83"/>
                  <a:pt x="5" y="83"/>
                </a:cubicBezTo>
                <a:cubicBezTo>
                  <a:pt x="3" y="82"/>
                  <a:pt x="0" y="80"/>
                  <a:pt x="0" y="77"/>
                </a:cubicBezTo>
                <a:cubicBezTo>
                  <a:pt x="0" y="63"/>
                  <a:pt x="0" y="63"/>
                  <a:pt x="0" y="63"/>
                </a:cubicBezTo>
                <a:cubicBezTo>
                  <a:pt x="0" y="60"/>
                  <a:pt x="3" y="58"/>
                  <a:pt x="5" y="57"/>
                </a:cubicBezTo>
                <a:cubicBezTo>
                  <a:pt x="19" y="55"/>
                  <a:pt x="19" y="55"/>
                  <a:pt x="19" y="55"/>
                </a:cubicBezTo>
                <a:cubicBezTo>
                  <a:pt x="20" y="55"/>
                  <a:pt x="20" y="55"/>
                  <a:pt x="20" y="54"/>
                </a:cubicBezTo>
                <a:cubicBezTo>
                  <a:pt x="21" y="51"/>
                  <a:pt x="22" y="49"/>
                  <a:pt x="23" y="46"/>
                </a:cubicBezTo>
                <a:cubicBezTo>
                  <a:pt x="24" y="46"/>
                  <a:pt x="24" y="45"/>
                  <a:pt x="23" y="45"/>
                </a:cubicBezTo>
                <a:cubicBezTo>
                  <a:pt x="15" y="33"/>
                  <a:pt x="15" y="33"/>
                  <a:pt x="15" y="33"/>
                </a:cubicBezTo>
                <a:cubicBezTo>
                  <a:pt x="14" y="31"/>
                  <a:pt x="14" y="28"/>
                  <a:pt x="16" y="26"/>
                </a:cubicBezTo>
                <a:cubicBezTo>
                  <a:pt x="25" y="16"/>
                  <a:pt x="25" y="16"/>
                  <a:pt x="25" y="16"/>
                </a:cubicBezTo>
                <a:cubicBezTo>
                  <a:pt x="28" y="14"/>
                  <a:pt x="31" y="14"/>
                  <a:pt x="33" y="15"/>
                </a:cubicBezTo>
                <a:cubicBezTo>
                  <a:pt x="44" y="23"/>
                  <a:pt x="44" y="23"/>
                  <a:pt x="44" y="23"/>
                </a:cubicBezTo>
                <a:cubicBezTo>
                  <a:pt x="45" y="24"/>
                  <a:pt x="46" y="24"/>
                  <a:pt x="46" y="24"/>
                </a:cubicBezTo>
                <a:cubicBezTo>
                  <a:pt x="49" y="22"/>
                  <a:pt x="51" y="21"/>
                  <a:pt x="54" y="20"/>
                </a:cubicBezTo>
                <a:cubicBezTo>
                  <a:pt x="55" y="20"/>
                  <a:pt x="55" y="20"/>
                  <a:pt x="55" y="19"/>
                </a:cubicBezTo>
                <a:cubicBezTo>
                  <a:pt x="57" y="5"/>
                  <a:pt x="57" y="5"/>
                  <a:pt x="57" y="5"/>
                </a:cubicBezTo>
                <a:cubicBezTo>
                  <a:pt x="58" y="3"/>
                  <a:pt x="60" y="0"/>
                  <a:pt x="63" y="0"/>
                </a:cubicBezTo>
                <a:cubicBezTo>
                  <a:pt x="77" y="0"/>
                  <a:pt x="77" y="0"/>
                  <a:pt x="77" y="0"/>
                </a:cubicBezTo>
                <a:cubicBezTo>
                  <a:pt x="80" y="0"/>
                  <a:pt x="82" y="3"/>
                  <a:pt x="83" y="5"/>
                </a:cubicBezTo>
                <a:cubicBezTo>
                  <a:pt x="85" y="19"/>
                  <a:pt x="85" y="19"/>
                  <a:pt x="85" y="19"/>
                </a:cubicBezTo>
                <a:cubicBezTo>
                  <a:pt x="85" y="20"/>
                  <a:pt x="85" y="20"/>
                  <a:pt x="86" y="20"/>
                </a:cubicBezTo>
                <a:cubicBezTo>
                  <a:pt x="89" y="21"/>
                  <a:pt x="91" y="22"/>
                  <a:pt x="94" y="24"/>
                </a:cubicBezTo>
                <a:cubicBezTo>
                  <a:pt x="94" y="24"/>
                  <a:pt x="95" y="24"/>
                  <a:pt x="95" y="23"/>
                </a:cubicBezTo>
                <a:cubicBezTo>
                  <a:pt x="107" y="15"/>
                  <a:pt x="107" y="15"/>
                  <a:pt x="107" y="15"/>
                </a:cubicBezTo>
                <a:cubicBezTo>
                  <a:pt x="109" y="14"/>
                  <a:pt x="112" y="14"/>
                  <a:pt x="114" y="16"/>
                </a:cubicBezTo>
                <a:cubicBezTo>
                  <a:pt x="124" y="26"/>
                  <a:pt x="124" y="26"/>
                  <a:pt x="124" y="26"/>
                </a:cubicBezTo>
                <a:cubicBezTo>
                  <a:pt x="126" y="28"/>
                  <a:pt x="126" y="31"/>
                  <a:pt x="125" y="33"/>
                </a:cubicBezTo>
                <a:cubicBezTo>
                  <a:pt x="116" y="45"/>
                  <a:pt x="116" y="45"/>
                  <a:pt x="116" y="45"/>
                </a:cubicBezTo>
                <a:cubicBezTo>
                  <a:pt x="116" y="45"/>
                  <a:pt x="116" y="46"/>
                  <a:pt x="116" y="46"/>
                </a:cubicBezTo>
                <a:cubicBezTo>
                  <a:pt x="118" y="49"/>
                  <a:pt x="119" y="51"/>
                  <a:pt x="120" y="54"/>
                </a:cubicBezTo>
                <a:cubicBezTo>
                  <a:pt x="120" y="55"/>
                  <a:pt x="120" y="55"/>
                  <a:pt x="121" y="55"/>
                </a:cubicBezTo>
                <a:cubicBezTo>
                  <a:pt x="135" y="57"/>
                  <a:pt x="135" y="57"/>
                  <a:pt x="135" y="57"/>
                </a:cubicBezTo>
                <a:cubicBezTo>
                  <a:pt x="135" y="57"/>
                  <a:pt x="135" y="57"/>
                  <a:pt x="135" y="57"/>
                </a:cubicBezTo>
                <a:cubicBezTo>
                  <a:pt x="137" y="58"/>
                  <a:pt x="140" y="60"/>
                  <a:pt x="140" y="63"/>
                </a:cubicBezTo>
                <a:cubicBezTo>
                  <a:pt x="140" y="77"/>
                  <a:pt x="140" y="77"/>
                  <a:pt x="140" y="77"/>
                </a:cubicBezTo>
                <a:cubicBezTo>
                  <a:pt x="140" y="80"/>
                  <a:pt x="137" y="82"/>
                  <a:pt x="134" y="83"/>
                </a:cubicBezTo>
                <a:cubicBezTo>
                  <a:pt x="121" y="85"/>
                  <a:pt x="121" y="85"/>
                  <a:pt x="121" y="85"/>
                </a:cubicBezTo>
                <a:cubicBezTo>
                  <a:pt x="120" y="85"/>
                  <a:pt x="120" y="86"/>
                  <a:pt x="120" y="86"/>
                </a:cubicBezTo>
                <a:cubicBezTo>
                  <a:pt x="119" y="89"/>
                  <a:pt x="118" y="91"/>
                  <a:pt x="116" y="94"/>
                </a:cubicBezTo>
                <a:cubicBezTo>
                  <a:pt x="116" y="94"/>
                  <a:pt x="116" y="95"/>
                  <a:pt x="116" y="95"/>
                </a:cubicBezTo>
                <a:cubicBezTo>
                  <a:pt x="125" y="107"/>
                  <a:pt x="125" y="107"/>
                  <a:pt x="125" y="107"/>
                </a:cubicBezTo>
                <a:cubicBezTo>
                  <a:pt x="126" y="109"/>
                  <a:pt x="126" y="112"/>
                  <a:pt x="124" y="114"/>
                </a:cubicBezTo>
                <a:cubicBezTo>
                  <a:pt x="114" y="124"/>
                  <a:pt x="114" y="124"/>
                  <a:pt x="114" y="124"/>
                </a:cubicBezTo>
                <a:cubicBezTo>
                  <a:pt x="112" y="126"/>
                  <a:pt x="109" y="126"/>
                  <a:pt x="107" y="125"/>
                </a:cubicBezTo>
                <a:cubicBezTo>
                  <a:pt x="95" y="117"/>
                  <a:pt x="95" y="117"/>
                  <a:pt x="95" y="117"/>
                </a:cubicBezTo>
                <a:cubicBezTo>
                  <a:pt x="95" y="116"/>
                  <a:pt x="94" y="116"/>
                  <a:pt x="94" y="116"/>
                </a:cubicBezTo>
                <a:cubicBezTo>
                  <a:pt x="91" y="118"/>
                  <a:pt x="89" y="119"/>
                  <a:pt x="86" y="120"/>
                </a:cubicBezTo>
                <a:cubicBezTo>
                  <a:pt x="85" y="120"/>
                  <a:pt x="85" y="120"/>
                  <a:pt x="85" y="121"/>
                </a:cubicBezTo>
                <a:cubicBezTo>
                  <a:pt x="83" y="135"/>
                  <a:pt x="83" y="135"/>
                  <a:pt x="83" y="135"/>
                </a:cubicBezTo>
                <a:cubicBezTo>
                  <a:pt x="82" y="137"/>
                  <a:pt x="80" y="140"/>
                  <a:pt x="77" y="140"/>
                </a:cubicBezTo>
                <a:close/>
                <a:moveTo>
                  <a:pt x="63" y="133"/>
                </a:moveTo>
                <a:cubicBezTo>
                  <a:pt x="76" y="133"/>
                  <a:pt x="76" y="133"/>
                  <a:pt x="76" y="133"/>
                </a:cubicBezTo>
                <a:cubicBezTo>
                  <a:pt x="79" y="120"/>
                  <a:pt x="79" y="120"/>
                  <a:pt x="79" y="120"/>
                </a:cubicBezTo>
                <a:cubicBezTo>
                  <a:pt x="79" y="117"/>
                  <a:pt x="81" y="115"/>
                  <a:pt x="84" y="114"/>
                </a:cubicBezTo>
                <a:cubicBezTo>
                  <a:pt x="86" y="113"/>
                  <a:pt x="89" y="112"/>
                  <a:pt x="91" y="111"/>
                </a:cubicBezTo>
                <a:cubicBezTo>
                  <a:pt x="94" y="109"/>
                  <a:pt x="97" y="110"/>
                  <a:pt x="99" y="111"/>
                </a:cubicBezTo>
                <a:cubicBezTo>
                  <a:pt x="110" y="119"/>
                  <a:pt x="110" y="119"/>
                  <a:pt x="110" y="119"/>
                </a:cubicBezTo>
                <a:cubicBezTo>
                  <a:pt x="119" y="110"/>
                  <a:pt x="119" y="110"/>
                  <a:pt x="119" y="110"/>
                </a:cubicBezTo>
                <a:cubicBezTo>
                  <a:pt x="111" y="99"/>
                  <a:pt x="111" y="99"/>
                  <a:pt x="111" y="99"/>
                </a:cubicBezTo>
                <a:cubicBezTo>
                  <a:pt x="110" y="97"/>
                  <a:pt x="109" y="94"/>
                  <a:pt x="111" y="91"/>
                </a:cubicBezTo>
                <a:cubicBezTo>
                  <a:pt x="112" y="89"/>
                  <a:pt x="113" y="86"/>
                  <a:pt x="114" y="84"/>
                </a:cubicBezTo>
                <a:cubicBezTo>
                  <a:pt x="115" y="81"/>
                  <a:pt x="117" y="79"/>
                  <a:pt x="120" y="79"/>
                </a:cubicBezTo>
                <a:cubicBezTo>
                  <a:pt x="133" y="77"/>
                  <a:pt x="133" y="77"/>
                  <a:pt x="133" y="77"/>
                </a:cubicBezTo>
                <a:cubicBezTo>
                  <a:pt x="133" y="63"/>
                  <a:pt x="133" y="63"/>
                  <a:pt x="133" y="63"/>
                </a:cubicBezTo>
                <a:cubicBezTo>
                  <a:pt x="120" y="61"/>
                  <a:pt x="120" y="61"/>
                  <a:pt x="120" y="61"/>
                </a:cubicBezTo>
                <a:cubicBezTo>
                  <a:pt x="117" y="61"/>
                  <a:pt x="115" y="59"/>
                  <a:pt x="114" y="56"/>
                </a:cubicBezTo>
                <a:cubicBezTo>
                  <a:pt x="113" y="54"/>
                  <a:pt x="112" y="51"/>
                  <a:pt x="111" y="49"/>
                </a:cubicBezTo>
                <a:cubicBezTo>
                  <a:pt x="109" y="46"/>
                  <a:pt x="110" y="43"/>
                  <a:pt x="111" y="41"/>
                </a:cubicBezTo>
                <a:cubicBezTo>
                  <a:pt x="119" y="30"/>
                  <a:pt x="119" y="30"/>
                  <a:pt x="119" y="30"/>
                </a:cubicBezTo>
                <a:cubicBezTo>
                  <a:pt x="110" y="21"/>
                  <a:pt x="110" y="21"/>
                  <a:pt x="110" y="21"/>
                </a:cubicBezTo>
                <a:cubicBezTo>
                  <a:pt x="99" y="29"/>
                  <a:pt x="99" y="29"/>
                  <a:pt x="99" y="29"/>
                </a:cubicBezTo>
                <a:cubicBezTo>
                  <a:pt x="97" y="30"/>
                  <a:pt x="94" y="31"/>
                  <a:pt x="91" y="29"/>
                </a:cubicBezTo>
                <a:cubicBezTo>
                  <a:pt x="89" y="28"/>
                  <a:pt x="86" y="27"/>
                  <a:pt x="84" y="26"/>
                </a:cubicBezTo>
                <a:cubicBezTo>
                  <a:pt x="81" y="25"/>
                  <a:pt x="79" y="23"/>
                  <a:pt x="79" y="20"/>
                </a:cubicBezTo>
                <a:cubicBezTo>
                  <a:pt x="76" y="7"/>
                  <a:pt x="76" y="7"/>
                  <a:pt x="76" y="7"/>
                </a:cubicBezTo>
                <a:cubicBezTo>
                  <a:pt x="63" y="7"/>
                  <a:pt x="63" y="7"/>
                  <a:pt x="63" y="7"/>
                </a:cubicBezTo>
                <a:cubicBezTo>
                  <a:pt x="61" y="20"/>
                  <a:pt x="61" y="20"/>
                  <a:pt x="61" y="20"/>
                </a:cubicBezTo>
                <a:cubicBezTo>
                  <a:pt x="61" y="23"/>
                  <a:pt x="59" y="25"/>
                  <a:pt x="56" y="26"/>
                </a:cubicBezTo>
                <a:cubicBezTo>
                  <a:pt x="54" y="27"/>
                  <a:pt x="51" y="28"/>
                  <a:pt x="49" y="29"/>
                </a:cubicBezTo>
                <a:cubicBezTo>
                  <a:pt x="46" y="31"/>
                  <a:pt x="43" y="30"/>
                  <a:pt x="41" y="29"/>
                </a:cubicBezTo>
                <a:cubicBezTo>
                  <a:pt x="30" y="21"/>
                  <a:pt x="30" y="21"/>
                  <a:pt x="30" y="21"/>
                </a:cubicBezTo>
                <a:cubicBezTo>
                  <a:pt x="21" y="30"/>
                  <a:pt x="21" y="30"/>
                  <a:pt x="21" y="30"/>
                </a:cubicBezTo>
                <a:cubicBezTo>
                  <a:pt x="29" y="41"/>
                  <a:pt x="29" y="41"/>
                  <a:pt x="29" y="41"/>
                </a:cubicBezTo>
                <a:cubicBezTo>
                  <a:pt x="30" y="43"/>
                  <a:pt x="31" y="46"/>
                  <a:pt x="29" y="49"/>
                </a:cubicBezTo>
                <a:cubicBezTo>
                  <a:pt x="28" y="51"/>
                  <a:pt x="27" y="54"/>
                  <a:pt x="26" y="56"/>
                </a:cubicBezTo>
                <a:cubicBezTo>
                  <a:pt x="25" y="59"/>
                  <a:pt x="23" y="61"/>
                  <a:pt x="20" y="61"/>
                </a:cubicBezTo>
                <a:cubicBezTo>
                  <a:pt x="7" y="63"/>
                  <a:pt x="7" y="63"/>
                  <a:pt x="7" y="63"/>
                </a:cubicBezTo>
                <a:cubicBezTo>
                  <a:pt x="7" y="77"/>
                  <a:pt x="7" y="77"/>
                  <a:pt x="7" y="77"/>
                </a:cubicBezTo>
                <a:cubicBezTo>
                  <a:pt x="20" y="79"/>
                  <a:pt x="20" y="79"/>
                  <a:pt x="20" y="79"/>
                </a:cubicBezTo>
                <a:cubicBezTo>
                  <a:pt x="23" y="79"/>
                  <a:pt x="25" y="81"/>
                  <a:pt x="26" y="84"/>
                </a:cubicBezTo>
                <a:cubicBezTo>
                  <a:pt x="27" y="86"/>
                  <a:pt x="28" y="89"/>
                  <a:pt x="29" y="91"/>
                </a:cubicBezTo>
                <a:cubicBezTo>
                  <a:pt x="31" y="94"/>
                  <a:pt x="30" y="97"/>
                  <a:pt x="29" y="99"/>
                </a:cubicBezTo>
                <a:cubicBezTo>
                  <a:pt x="21" y="110"/>
                  <a:pt x="21" y="110"/>
                  <a:pt x="21" y="110"/>
                </a:cubicBezTo>
                <a:cubicBezTo>
                  <a:pt x="30" y="119"/>
                  <a:pt x="30" y="119"/>
                  <a:pt x="30" y="119"/>
                </a:cubicBezTo>
                <a:cubicBezTo>
                  <a:pt x="41" y="111"/>
                  <a:pt x="41" y="111"/>
                  <a:pt x="41" y="111"/>
                </a:cubicBezTo>
                <a:cubicBezTo>
                  <a:pt x="43" y="110"/>
                  <a:pt x="46" y="109"/>
                  <a:pt x="49" y="111"/>
                </a:cubicBezTo>
                <a:cubicBezTo>
                  <a:pt x="51" y="112"/>
                  <a:pt x="54" y="113"/>
                  <a:pt x="56" y="114"/>
                </a:cubicBezTo>
                <a:cubicBezTo>
                  <a:pt x="59" y="115"/>
                  <a:pt x="61" y="117"/>
                  <a:pt x="61" y="120"/>
                </a:cubicBezTo>
                <a:lnTo>
                  <a:pt x="63" y="133"/>
                </a:lnTo>
                <a:close/>
                <a:moveTo>
                  <a:pt x="20" y="110"/>
                </a:moveTo>
                <a:cubicBezTo>
                  <a:pt x="20" y="110"/>
                  <a:pt x="20" y="110"/>
                  <a:pt x="20" y="110"/>
                </a:cubicBezTo>
                <a:cubicBezTo>
                  <a:pt x="20" y="110"/>
                  <a:pt x="20" y="110"/>
                  <a:pt x="20" y="110"/>
                </a:cubicBezTo>
                <a:close/>
                <a:moveTo>
                  <a:pt x="120" y="110"/>
                </a:moveTo>
                <a:cubicBezTo>
                  <a:pt x="119" y="110"/>
                  <a:pt x="119" y="110"/>
                  <a:pt x="119" y="110"/>
                </a:cubicBezTo>
                <a:lnTo>
                  <a:pt x="120" y="110"/>
                </a:lnTo>
                <a:close/>
                <a:moveTo>
                  <a:pt x="133" y="77"/>
                </a:moveTo>
                <a:cubicBezTo>
                  <a:pt x="133" y="77"/>
                  <a:pt x="133" y="77"/>
                  <a:pt x="133" y="77"/>
                </a:cubicBezTo>
                <a:close/>
                <a:moveTo>
                  <a:pt x="7" y="77"/>
                </a:moveTo>
                <a:cubicBezTo>
                  <a:pt x="7" y="77"/>
                  <a:pt x="7" y="77"/>
                  <a:pt x="7" y="77"/>
                </a:cubicBezTo>
                <a:close/>
                <a:moveTo>
                  <a:pt x="134" y="76"/>
                </a:moveTo>
                <a:cubicBezTo>
                  <a:pt x="134" y="76"/>
                  <a:pt x="134" y="76"/>
                  <a:pt x="134" y="76"/>
                </a:cubicBezTo>
                <a:close/>
                <a:moveTo>
                  <a:pt x="6" y="76"/>
                </a:moveTo>
                <a:cubicBezTo>
                  <a:pt x="6" y="76"/>
                  <a:pt x="6" y="76"/>
                  <a:pt x="6" y="76"/>
                </a:cubicBezTo>
                <a:cubicBezTo>
                  <a:pt x="6" y="76"/>
                  <a:pt x="6" y="76"/>
                  <a:pt x="6" y="76"/>
                </a:cubicBezTo>
                <a:close/>
                <a:moveTo>
                  <a:pt x="110" y="20"/>
                </a:moveTo>
                <a:cubicBezTo>
                  <a:pt x="110" y="20"/>
                  <a:pt x="110" y="20"/>
                  <a:pt x="110" y="20"/>
                </a:cubicBezTo>
                <a:cubicBezTo>
                  <a:pt x="110" y="20"/>
                  <a:pt x="110" y="20"/>
                  <a:pt x="110" y="20"/>
                </a:cubicBezTo>
                <a:close/>
                <a:moveTo>
                  <a:pt x="110" y="20"/>
                </a:moveTo>
                <a:cubicBezTo>
                  <a:pt x="110" y="20"/>
                  <a:pt x="110" y="20"/>
                  <a:pt x="110" y="20"/>
                </a:cubicBezTo>
                <a:close/>
                <a:moveTo>
                  <a:pt x="70" y="98"/>
                </a:moveTo>
                <a:cubicBezTo>
                  <a:pt x="63" y="98"/>
                  <a:pt x="56" y="95"/>
                  <a:pt x="50" y="90"/>
                </a:cubicBezTo>
                <a:cubicBezTo>
                  <a:pt x="44" y="83"/>
                  <a:pt x="41" y="73"/>
                  <a:pt x="43" y="64"/>
                </a:cubicBezTo>
                <a:cubicBezTo>
                  <a:pt x="45" y="53"/>
                  <a:pt x="53" y="45"/>
                  <a:pt x="64" y="43"/>
                </a:cubicBezTo>
                <a:cubicBezTo>
                  <a:pt x="73" y="41"/>
                  <a:pt x="83" y="44"/>
                  <a:pt x="90" y="50"/>
                </a:cubicBezTo>
                <a:cubicBezTo>
                  <a:pt x="96" y="57"/>
                  <a:pt x="99" y="67"/>
                  <a:pt x="97" y="76"/>
                </a:cubicBezTo>
                <a:cubicBezTo>
                  <a:pt x="95" y="87"/>
                  <a:pt x="87" y="95"/>
                  <a:pt x="76" y="97"/>
                </a:cubicBezTo>
                <a:cubicBezTo>
                  <a:pt x="74" y="97"/>
                  <a:pt x="72" y="98"/>
                  <a:pt x="70" y="98"/>
                </a:cubicBezTo>
                <a:close/>
                <a:moveTo>
                  <a:pt x="70" y="49"/>
                </a:moveTo>
                <a:cubicBezTo>
                  <a:pt x="68" y="49"/>
                  <a:pt x="67" y="49"/>
                  <a:pt x="65" y="49"/>
                </a:cubicBezTo>
                <a:cubicBezTo>
                  <a:pt x="57" y="51"/>
                  <a:pt x="51" y="57"/>
                  <a:pt x="49" y="65"/>
                </a:cubicBezTo>
                <a:cubicBezTo>
                  <a:pt x="48" y="72"/>
                  <a:pt x="50" y="80"/>
                  <a:pt x="55" y="85"/>
                </a:cubicBezTo>
                <a:cubicBezTo>
                  <a:pt x="60" y="90"/>
                  <a:pt x="68" y="92"/>
                  <a:pt x="75" y="91"/>
                </a:cubicBezTo>
                <a:cubicBezTo>
                  <a:pt x="75" y="91"/>
                  <a:pt x="75" y="91"/>
                  <a:pt x="75" y="91"/>
                </a:cubicBezTo>
                <a:cubicBezTo>
                  <a:pt x="83" y="89"/>
                  <a:pt x="89" y="83"/>
                  <a:pt x="91" y="75"/>
                </a:cubicBezTo>
                <a:cubicBezTo>
                  <a:pt x="92" y="68"/>
                  <a:pt x="90" y="60"/>
                  <a:pt x="85" y="55"/>
                </a:cubicBezTo>
                <a:cubicBezTo>
                  <a:pt x="81" y="51"/>
                  <a:pt x="76" y="49"/>
                  <a:pt x="70" y="4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latin typeface="Arial" panose="020B0604020202020204" pitchFamily="34" charset="0"/>
              <a:cs typeface="Arial" panose="020B0604020202020204" pitchFamily="34" charset="0"/>
            </a:endParaRPr>
          </a:p>
        </p:txBody>
      </p:sp>
      <p:sp>
        <p:nvSpPr>
          <p:cNvPr id="34" name="Freeform 24"/>
          <p:cNvSpPr>
            <a:spLocks noEditPoints="1"/>
          </p:cNvSpPr>
          <p:nvPr/>
        </p:nvSpPr>
        <p:spPr bwMode="auto">
          <a:xfrm>
            <a:off x="5823138" y="3811315"/>
            <a:ext cx="551002" cy="344837"/>
          </a:xfrm>
          <a:custGeom>
            <a:avLst/>
            <a:gdLst>
              <a:gd name="T0" fmla="*/ 2147483646 w 163"/>
              <a:gd name="T1" fmla="*/ 2147483646 h 102"/>
              <a:gd name="T2" fmla="*/ 2147483646 w 163"/>
              <a:gd name="T3" fmla="*/ 2147483646 h 102"/>
              <a:gd name="T4" fmla="*/ 0 w 163"/>
              <a:gd name="T5" fmla="*/ 2147483646 h 102"/>
              <a:gd name="T6" fmla="*/ 0 w 163"/>
              <a:gd name="T7" fmla="*/ 2147483646 h 102"/>
              <a:gd name="T8" fmla="*/ 2147483646 w 163"/>
              <a:gd name="T9" fmla="*/ 0 h 102"/>
              <a:gd name="T10" fmla="*/ 2147483646 w 163"/>
              <a:gd name="T11" fmla="*/ 0 h 102"/>
              <a:gd name="T12" fmla="*/ 2147483646 w 163"/>
              <a:gd name="T13" fmla="*/ 2147483646 h 102"/>
              <a:gd name="T14" fmla="*/ 2147483646 w 163"/>
              <a:gd name="T15" fmla="*/ 2147483646 h 102"/>
              <a:gd name="T16" fmla="*/ 2147483646 w 163"/>
              <a:gd name="T17" fmla="*/ 2147483646 h 102"/>
              <a:gd name="T18" fmla="*/ 2147483646 w 163"/>
              <a:gd name="T19" fmla="*/ 2147483646 h 102"/>
              <a:gd name="T20" fmla="*/ 2147483646 w 163"/>
              <a:gd name="T21" fmla="*/ 2147483646 h 102"/>
              <a:gd name="T22" fmla="*/ 2147483646 w 163"/>
              <a:gd name="T23" fmla="*/ 2147483646 h 102"/>
              <a:gd name="T24" fmla="*/ 2147483646 w 163"/>
              <a:gd name="T25" fmla="*/ 2147483646 h 102"/>
              <a:gd name="T26" fmla="*/ 2147483646 w 163"/>
              <a:gd name="T27" fmla="*/ 2147483646 h 102"/>
              <a:gd name="T28" fmla="*/ 2147483646 w 163"/>
              <a:gd name="T29" fmla="*/ 2147483646 h 102"/>
              <a:gd name="T30" fmla="*/ 2147483646 w 163"/>
              <a:gd name="T31" fmla="*/ 2147483646 h 102"/>
              <a:gd name="T32" fmla="*/ 2147483646 w 163"/>
              <a:gd name="T33" fmla="*/ 2147483646 h 102"/>
              <a:gd name="T34" fmla="*/ 2147483646 w 163"/>
              <a:gd name="T35" fmla="*/ 2147483646 h 102"/>
              <a:gd name="T36" fmla="*/ 2147483646 w 163"/>
              <a:gd name="T37" fmla="*/ 2147483646 h 102"/>
              <a:gd name="T38" fmla="*/ 2147483646 w 163"/>
              <a:gd name="T39" fmla="*/ 2147483646 h 102"/>
              <a:gd name="T40" fmla="*/ 2147483646 w 163"/>
              <a:gd name="T41" fmla="*/ 2147483646 h 102"/>
              <a:gd name="T42" fmla="*/ 2147483646 w 163"/>
              <a:gd name="T43" fmla="*/ 2147483646 h 102"/>
              <a:gd name="T44" fmla="*/ 2147483646 w 163"/>
              <a:gd name="T45" fmla="*/ 2147483646 h 102"/>
              <a:gd name="T46" fmla="*/ 2147483646 w 163"/>
              <a:gd name="T47" fmla="*/ 2147483646 h 102"/>
              <a:gd name="T48" fmla="*/ 2147483646 w 163"/>
              <a:gd name="T49" fmla="*/ 2147483646 h 102"/>
              <a:gd name="T50" fmla="*/ 2147483646 w 163"/>
              <a:gd name="T51" fmla="*/ 2147483646 h 102"/>
              <a:gd name="T52" fmla="*/ 2147483646 w 163"/>
              <a:gd name="T53" fmla="*/ 2147483646 h 102"/>
              <a:gd name="T54" fmla="*/ 2147483646 w 163"/>
              <a:gd name="T55" fmla="*/ 2147483646 h 102"/>
              <a:gd name="T56" fmla="*/ 2147483646 w 163"/>
              <a:gd name="T57" fmla="*/ 2147483646 h 102"/>
              <a:gd name="T58" fmla="*/ 2147483646 w 163"/>
              <a:gd name="T59" fmla="*/ 2147483646 h 102"/>
              <a:gd name="T60" fmla="*/ 2147483646 w 163"/>
              <a:gd name="T61" fmla="*/ 2147483646 h 102"/>
              <a:gd name="T62" fmla="*/ 2147483646 w 163"/>
              <a:gd name="T63" fmla="*/ 2147483646 h 102"/>
              <a:gd name="T64" fmla="*/ 2147483646 w 163"/>
              <a:gd name="T65" fmla="*/ 2147483646 h 102"/>
              <a:gd name="T66" fmla="*/ 2147483646 w 163"/>
              <a:gd name="T67" fmla="*/ 2147483646 h 102"/>
              <a:gd name="T68" fmla="*/ 2147483646 w 163"/>
              <a:gd name="T69" fmla="*/ 2147483646 h 102"/>
              <a:gd name="T70" fmla="*/ 2147483646 w 163"/>
              <a:gd name="T71" fmla="*/ 2147483646 h 102"/>
              <a:gd name="T72" fmla="*/ 2147483646 w 163"/>
              <a:gd name="T73" fmla="*/ 2147483646 h 102"/>
              <a:gd name="T74" fmla="*/ 2147483646 w 163"/>
              <a:gd name="T75" fmla="*/ 2147483646 h 102"/>
              <a:gd name="T76" fmla="*/ 2147483646 w 163"/>
              <a:gd name="T77" fmla="*/ 2147483646 h 10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63" h="102">
                <a:moveTo>
                  <a:pt x="142" y="102"/>
                </a:moveTo>
                <a:cubicBezTo>
                  <a:pt x="20" y="102"/>
                  <a:pt x="20" y="102"/>
                  <a:pt x="20" y="102"/>
                </a:cubicBezTo>
                <a:cubicBezTo>
                  <a:pt x="9" y="102"/>
                  <a:pt x="0" y="93"/>
                  <a:pt x="0" y="82"/>
                </a:cubicBezTo>
                <a:cubicBezTo>
                  <a:pt x="0" y="20"/>
                  <a:pt x="0" y="20"/>
                  <a:pt x="0" y="20"/>
                </a:cubicBezTo>
                <a:cubicBezTo>
                  <a:pt x="0" y="9"/>
                  <a:pt x="9" y="0"/>
                  <a:pt x="20" y="0"/>
                </a:cubicBezTo>
                <a:cubicBezTo>
                  <a:pt x="142" y="0"/>
                  <a:pt x="142" y="0"/>
                  <a:pt x="142" y="0"/>
                </a:cubicBezTo>
                <a:cubicBezTo>
                  <a:pt x="154" y="0"/>
                  <a:pt x="163" y="9"/>
                  <a:pt x="163" y="20"/>
                </a:cubicBezTo>
                <a:cubicBezTo>
                  <a:pt x="163" y="82"/>
                  <a:pt x="163" y="82"/>
                  <a:pt x="163" y="82"/>
                </a:cubicBezTo>
                <a:cubicBezTo>
                  <a:pt x="163" y="93"/>
                  <a:pt x="154" y="102"/>
                  <a:pt x="142" y="102"/>
                </a:cubicBezTo>
                <a:close/>
                <a:moveTo>
                  <a:pt x="20" y="6"/>
                </a:moveTo>
                <a:cubicBezTo>
                  <a:pt x="13" y="6"/>
                  <a:pt x="6" y="12"/>
                  <a:pt x="6" y="20"/>
                </a:cubicBezTo>
                <a:cubicBezTo>
                  <a:pt x="6" y="82"/>
                  <a:pt x="6" y="82"/>
                  <a:pt x="6" y="82"/>
                </a:cubicBezTo>
                <a:cubicBezTo>
                  <a:pt x="6" y="89"/>
                  <a:pt x="13" y="96"/>
                  <a:pt x="20" y="96"/>
                </a:cubicBezTo>
                <a:cubicBezTo>
                  <a:pt x="142" y="96"/>
                  <a:pt x="142" y="96"/>
                  <a:pt x="142" y="96"/>
                </a:cubicBezTo>
                <a:cubicBezTo>
                  <a:pt x="150" y="96"/>
                  <a:pt x="156" y="89"/>
                  <a:pt x="156" y="82"/>
                </a:cubicBezTo>
                <a:cubicBezTo>
                  <a:pt x="156" y="20"/>
                  <a:pt x="156" y="20"/>
                  <a:pt x="156" y="20"/>
                </a:cubicBezTo>
                <a:cubicBezTo>
                  <a:pt x="156" y="12"/>
                  <a:pt x="150" y="6"/>
                  <a:pt x="142" y="6"/>
                </a:cubicBezTo>
                <a:lnTo>
                  <a:pt x="20" y="6"/>
                </a:lnTo>
                <a:close/>
                <a:moveTo>
                  <a:pt x="140" y="86"/>
                </a:moveTo>
                <a:cubicBezTo>
                  <a:pt x="139" y="86"/>
                  <a:pt x="138" y="86"/>
                  <a:pt x="138" y="85"/>
                </a:cubicBezTo>
                <a:cubicBezTo>
                  <a:pt x="102" y="55"/>
                  <a:pt x="102" y="55"/>
                  <a:pt x="102" y="55"/>
                </a:cubicBezTo>
                <a:cubicBezTo>
                  <a:pt x="83" y="70"/>
                  <a:pt x="83" y="70"/>
                  <a:pt x="83" y="70"/>
                </a:cubicBezTo>
                <a:cubicBezTo>
                  <a:pt x="82" y="71"/>
                  <a:pt x="80" y="71"/>
                  <a:pt x="79" y="70"/>
                </a:cubicBezTo>
                <a:cubicBezTo>
                  <a:pt x="60" y="55"/>
                  <a:pt x="60" y="55"/>
                  <a:pt x="60" y="55"/>
                </a:cubicBezTo>
                <a:cubicBezTo>
                  <a:pt x="25" y="85"/>
                  <a:pt x="25" y="85"/>
                  <a:pt x="25" y="85"/>
                </a:cubicBezTo>
                <a:cubicBezTo>
                  <a:pt x="23" y="86"/>
                  <a:pt x="21" y="86"/>
                  <a:pt x="20" y="85"/>
                </a:cubicBezTo>
                <a:cubicBezTo>
                  <a:pt x="19" y="83"/>
                  <a:pt x="19" y="81"/>
                  <a:pt x="21" y="80"/>
                </a:cubicBezTo>
                <a:cubicBezTo>
                  <a:pt x="55" y="51"/>
                  <a:pt x="55" y="51"/>
                  <a:pt x="55" y="51"/>
                </a:cubicBezTo>
                <a:cubicBezTo>
                  <a:pt x="21" y="24"/>
                  <a:pt x="21" y="24"/>
                  <a:pt x="21" y="24"/>
                </a:cubicBezTo>
                <a:cubicBezTo>
                  <a:pt x="19" y="23"/>
                  <a:pt x="19" y="21"/>
                  <a:pt x="20" y="20"/>
                </a:cubicBezTo>
                <a:cubicBezTo>
                  <a:pt x="21" y="18"/>
                  <a:pt x="23" y="18"/>
                  <a:pt x="25" y="19"/>
                </a:cubicBezTo>
                <a:cubicBezTo>
                  <a:pt x="81" y="63"/>
                  <a:pt x="81" y="63"/>
                  <a:pt x="81" y="63"/>
                </a:cubicBezTo>
                <a:cubicBezTo>
                  <a:pt x="138" y="19"/>
                  <a:pt x="138" y="19"/>
                  <a:pt x="138" y="19"/>
                </a:cubicBezTo>
                <a:cubicBezTo>
                  <a:pt x="139" y="18"/>
                  <a:pt x="141" y="18"/>
                  <a:pt x="142" y="20"/>
                </a:cubicBezTo>
                <a:cubicBezTo>
                  <a:pt x="143" y="21"/>
                  <a:pt x="143" y="23"/>
                  <a:pt x="142" y="24"/>
                </a:cubicBezTo>
                <a:cubicBezTo>
                  <a:pt x="107" y="51"/>
                  <a:pt x="107" y="51"/>
                  <a:pt x="107" y="51"/>
                </a:cubicBezTo>
                <a:cubicBezTo>
                  <a:pt x="142" y="80"/>
                  <a:pt x="142" y="80"/>
                  <a:pt x="142" y="80"/>
                </a:cubicBezTo>
                <a:cubicBezTo>
                  <a:pt x="143" y="81"/>
                  <a:pt x="143" y="83"/>
                  <a:pt x="142" y="85"/>
                </a:cubicBezTo>
                <a:cubicBezTo>
                  <a:pt x="141" y="86"/>
                  <a:pt x="141" y="86"/>
                  <a:pt x="140" y="8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latin typeface="Arial" panose="020B0604020202020204" pitchFamily="34" charset="0"/>
              <a:cs typeface="Arial" panose="020B0604020202020204" pitchFamily="34" charset="0"/>
            </a:endParaRPr>
          </a:p>
        </p:txBody>
      </p:sp>
      <p:sp>
        <p:nvSpPr>
          <p:cNvPr id="35" name="Freeform 25"/>
          <p:cNvSpPr>
            <a:spLocks noEditPoints="1"/>
          </p:cNvSpPr>
          <p:nvPr/>
        </p:nvSpPr>
        <p:spPr bwMode="auto">
          <a:xfrm>
            <a:off x="5852379" y="2946094"/>
            <a:ext cx="493324" cy="429511"/>
          </a:xfrm>
          <a:custGeom>
            <a:avLst/>
            <a:gdLst>
              <a:gd name="T0" fmla="*/ 2147483646 w 146"/>
              <a:gd name="T1" fmla="*/ 2147483646 h 127"/>
              <a:gd name="T2" fmla="*/ 0 w 146"/>
              <a:gd name="T3" fmla="*/ 2147483646 h 127"/>
              <a:gd name="T4" fmla="*/ 2147483646 w 146"/>
              <a:gd name="T5" fmla="*/ 2147483646 h 127"/>
              <a:gd name="T6" fmla="*/ 2147483646 w 146"/>
              <a:gd name="T7" fmla="*/ 2147483646 h 127"/>
              <a:gd name="T8" fmla="*/ 2147483646 w 146"/>
              <a:gd name="T9" fmla="*/ 2147483646 h 127"/>
              <a:gd name="T10" fmla="*/ 2147483646 w 146"/>
              <a:gd name="T11" fmla="*/ 2147483646 h 127"/>
              <a:gd name="T12" fmla="*/ 2147483646 w 146"/>
              <a:gd name="T13" fmla="*/ 2147483646 h 127"/>
              <a:gd name="T14" fmla="*/ 2147483646 w 146"/>
              <a:gd name="T15" fmla="*/ 2147483646 h 127"/>
              <a:gd name="T16" fmla="*/ 2147483646 w 146"/>
              <a:gd name="T17" fmla="*/ 2147483646 h 127"/>
              <a:gd name="T18" fmla="*/ 2147483646 w 146"/>
              <a:gd name="T19" fmla="*/ 2147483646 h 127"/>
              <a:gd name="T20" fmla="*/ 2147483646 w 146"/>
              <a:gd name="T21" fmla="*/ 2147483646 h 127"/>
              <a:gd name="T22" fmla="*/ 2147483646 w 146"/>
              <a:gd name="T23" fmla="*/ 2147483646 h 127"/>
              <a:gd name="T24" fmla="*/ 2147483646 w 146"/>
              <a:gd name="T25" fmla="*/ 2147483646 h 127"/>
              <a:gd name="T26" fmla="*/ 2147483646 w 146"/>
              <a:gd name="T27" fmla="*/ 2147483646 h 127"/>
              <a:gd name="T28" fmla="*/ 2147483646 w 146"/>
              <a:gd name="T29" fmla="*/ 2147483646 h 127"/>
              <a:gd name="T30" fmla="*/ 2147483646 w 146"/>
              <a:gd name="T31" fmla="*/ 2147483646 h 127"/>
              <a:gd name="T32" fmla="*/ 2147483646 w 146"/>
              <a:gd name="T33" fmla="*/ 2147483646 h 127"/>
              <a:gd name="T34" fmla="*/ 2147483646 w 146"/>
              <a:gd name="T35" fmla="*/ 2147483646 h 127"/>
              <a:gd name="T36" fmla="*/ 2147483646 w 146"/>
              <a:gd name="T37" fmla="*/ 2147483646 h 127"/>
              <a:gd name="T38" fmla="*/ 2147483646 w 146"/>
              <a:gd name="T39" fmla="*/ 2147483646 h 127"/>
              <a:gd name="T40" fmla="*/ 2147483646 w 146"/>
              <a:gd name="T41" fmla="*/ 2147483646 h 127"/>
              <a:gd name="T42" fmla="*/ 2147483646 w 146"/>
              <a:gd name="T43" fmla="*/ 2147483646 h 127"/>
              <a:gd name="T44" fmla="*/ 2147483646 w 146"/>
              <a:gd name="T45" fmla="*/ 2147483646 h 127"/>
              <a:gd name="T46" fmla="*/ 2147483646 w 146"/>
              <a:gd name="T47" fmla="*/ 2147483646 h 127"/>
              <a:gd name="T48" fmla="*/ 0 w 146"/>
              <a:gd name="T49" fmla="*/ 2147483646 h 127"/>
              <a:gd name="T50" fmla="*/ 2147483646 w 146"/>
              <a:gd name="T51" fmla="*/ 2147483646 h 127"/>
              <a:gd name="T52" fmla="*/ 2147483646 w 146"/>
              <a:gd name="T53" fmla="*/ 2147483646 h 127"/>
              <a:gd name="T54" fmla="*/ 2147483646 w 146"/>
              <a:gd name="T55" fmla="*/ 2147483646 h 127"/>
              <a:gd name="T56" fmla="*/ 2147483646 w 146"/>
              <a:gd name="T57" fmla="*/ 2147483646 h 127"/>
              <a:gd name="T58" fmla="*/ 2147483646 w 146"/>
              <a:gd name="T59" fmla="*/ 2147483646 h 127"/>
              <a:gd name="T60" fmla="*/ 2147483646 w 146"/>
              <a:gd name="T61" fmla="*/ 2147483646 h 127"/>
              <a:gd name="T62" fmla="*/ 2147483646 w 146"/>
              <a:gd name="T63" fmla="*/ 2147483646 h 127"/>
              <a:gd name="T64" fmla="*/ 2147483646 w 146"/>
              <a:gd name="T65" fmla="*/ 0 h 127"/>
              <a:gd name="T66" fmla="*/ 2147483646 w 146"/>
              <a:gd name="T67" fmla="*/ 2147483646 h 1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46" h="127">
                <a:moveTo>
                  <a:pt x="129" y="127"/>
                </a:moveTo>
                <a:cubicBezTo>
                  <a:pt x="17" y="127"/>
                  <a:pt x="17" y="127"/>
                  <a:pt x="17" y="127"/>
                </a:cubicBezTo>
                <a:cubicBezTo>
                  <a:pt x="8" y="127"/>
                  <a:pt x="0" y="119"/>
                  <a:pt x="0" y="110"/>
                </a:cubicBezTo>
                <a:cubicBezTo>
                  <a:pt x="0" y="82"/>
                  <a:pt x="0" y="82"/>
                  <a:pt x="0" y="82"/>
                </a:cubicBezTo>
                <a:cubicBezTo>
                  <a:pt x="0" y="80"/>
                  <a:pt x="2" y="79"/>
                  <a:pt x="4" y="79"/>
                </a:cubicBezTo>
                <a:cubicBezTo>
                  <a:pt x="5" y="79"/>
                  <a:pt x="7" y="80"/>
                  <a:pt x="7" y="82"/>
                </a:cubicBezTo>
                <a:cubicBezTo>
                  <a:pt x="7" y="110"/>
                  <a:pt x="7" y="110"/>
                  <a:pt x="7" y="110"/>
                </a:cubicBezTo>
                <a:cubicBezTo>
                  <a:pt x="7" y="115"/>
                  <a:pt x="12" y="120"/>
                  <a:pt x="17" y="120"/>
                </a:cubicBezTo>
                <a:cubicBezTo>
                  <a:pt x="129" y="120"/>
                  <a:pt x="129" y="120"/>
                  <a:pt x="129" y="120"/>
                </a:cubicBezTo>
                <a:cubicBezTo>
                  <a:pt x="135" y="120"/>
                  <a:pt x="140" y="115"/>
                  <a:pt x="140" y="110"/>
                </a:cubicBezTo>
                <a:cubicBezTo>
                  <a:pt x="140" y="82"/>
                  <a:pt x="140" y="82"/>
                  <a:pt x="140" y="82"/>
                </a:cubicBezTo>
                <a:cubicBezTo>
                  <a:pt x="140" y="80"/>
                  <a:pt x="141" y="79"/>
                  <a:pt x="143" y="79"/>
                </a:cubicBezTo>
                <a:cubicBezTo>
                  <a:pt x="145" y="79"/>
                  <a:pt x="146" y="80"/>
                  <a:pt x="146" y="82"/>
                </a:cubicBezTo>
                <a:cubicBezTo>
                  <a:pt x="146" y="110"/>
                  <a:pt x="146" y="110"/>
                  <a:pt x="146" y="110"/>
                </a:cubicBezTo>
                <a:cubicBezTo>
                  <a:pt x="146" y="119"/>
                  <a:pt x="139" y="127"/>
                  <a:pt x="129" y="127"/>
                </a:cubicBezTo>
                <a:close/>
                <a:moveTo>
                  <a:pt x="79" y="91"/>
                </a:moveTo>
                <a:cubicBezTo>
                  <a:pt x="67" y="91"/>
                  <a:pt x="67" y="91"/>
                  <a:pt x="67" y="91"/>
                </a:cubicBezTo>
                <a:cubicBezTo>
                  <a:pt x="63" y="91"/>
                  <a:pt x="59" y="86"/>
                  <a:pt x="59" y="81"/>
                </a:cubicBezTo>
                <a:cubicBezTo>
                  <a:pt x="59" y="68"/>
                  <a:pt x="59" y="68"/>
                  <a:pt x="59" y="68"/>
                </a:cubicBezTo>
                <a:cubicBezTo>
                  <a:pt x="59" y="62"/>
                  <a:pt x="63" y="58"/>
                  <a:pt x="67" y="58"/>
                </a:cubicBezTo>
                <a:cubicBezTo>
                  <a:pt x="79" y="58"/>
                  <a:pt x="79" y="58"/>
                  <a:pt x="79" y="58"/>
                </a:cubicBezTo>
                <a:cubicBezTo>
                  <a:pt x="84" y="58"/>
                  <a:pt x="87" y="62"/>
                  <a:pt x="87" y="68"/>
                </a:cubicBezTo>
                <a:cubicBezTo>
                  <a:pt x="87" y="81"/>
                  <a:pt x="87" y="81"/>
                  <a:pt x="87" y="81"/>
                </a:cubicBezTo>
                <a:cubicBezTo>
                  <a:pt x="87" y="86"/>
                  <a:pt x="84" y="91"/>
                  <a:pt x="79" y="91"/>
                </a:cubicBezTo>
                <a:close/>
                <a:moveTo>
                  <a:pt x="67" y="65"/>
                </a:moveTo>
                <a:cubicBezTo>
                  <a:pt x="67" y="65"/>
                  <a:pt x="66" y="66"/>
                  <a:pt x="66" y="68"/>
                </a:cubicBezTo>
                <a:cubicBezTo>
                  <a:pt x="66" y="81"/>
                  <a:pt x="66" y="81"/>
                  <a:pt x="66" y="81"/>
                </a:cubicBezTo>
                <a:cubicBezTo>
                  <a:pt x="66" y="83"/>
                  <a:pt x="67" y="84"/>
                  <a:pt x="67" y="84"/>
                </a:cubicBezTo>
                <a:cubicBezTo>
                  <a:pt x="79" y="84"/>
                  <a:pt x="79" y="84"/>
                  <a:pt x="79" y="84"/>
                </a:cubicBezTo>
                <a:cubicBezTo>
                  <a:pt x="80" y="84"/>
                  <a:pt x="81" y="83"/>
                  <a:pt x="81" y="81"/>
                </a:cubicBezTo>
                <a:cubicBezTo>
                  <a:pt x="81" y="68"/>
                  <a:pt x="81" y="68"/>
                  <a:pt x="81" y="68"/>
                </a:cubicBezTo>
                <a:cubicBezTo>
                  <a:pt x="81" y="66"/>
                  <a:pt x="80" y="65"/>
                  <a:pt x="79" y="65"/>
                </a:cubicBezTo>
                <a:lnTo>
                  <a:pt x="67" y="65"/>
                </a:lnTo>
                <a:close/>
                <a:moveTo>
                  <a:pt x="129" y="78"/>
                </a:moveTo>
                <a:cubicBezTo>
                  <a:pt x="96" y="78"/>
                  <a:pt x="96" y="78"/>
                  <a:pt x="96" y="78"/>
                </a:cubicBezTo>
                <a:cubicBezTo>
                  <a:pt x="95" y="78"/>
                  <a:pt x="93" y="76"/>
                  <a:pt x="93" y="74"/>
                </a:cubicBezTo>
                <a:cubicBezTo>
                  <a:pt x="93" y="73"/>
                  <a:pt x="95" y="71"/>
                  <a:pt x="96" y="71"/>
                </a:cubicBezTo>
                <a:cubicBezTo>
                  <a:pt x="129" y="71"/>
                  <a:pt x="129" y="71"/>
                  <a:pt x="129" y="71"/>
                </a:cubicBezTo>
                <a:cubicBezTo>
                  <a:pt x="135" y="71"/>
                  <a:pt x="140" y="67"/>
                  <a:pt x="140" y="61"/>
                </a:cubicBezTo>
                <a:cubicBezTo>
                  <a:pt x="140" y="39"/>
                  <a:pt x="140" y="39"/>
                  <a:pt x="140" y="39"/>
                </a:cubicBezTo>
                <a:cubicBezTo>
                  <a:pt x="140" y="33"/>
                  <a:pt x="135" y="29"/>
                  <a:pt x="129" y="29"/>
                </a:cubicBezTo>
                <a:cubicBezTo>
                  <a:pt x="17" y="29"/>
                  <a:pt x="17" y="29"/>
                  <a:pt x="17" y="29"/>
                </a:cubicBezTo>
                <a:cubicBezTo>
                  <a:pt x="12" y="29"/>
                  <a:pt x="7" y="33"/>
                  <a:pt x="7" y="39"/>
                </a:cubicBezTo>
                <a:cubicBezTo>
                  <a:pt x="7" y="61"/>
                  <a:pt x="7" y="61"/>
                  <a:pt x="7" y="61"/>
                </a:cubicBezTo>
                <a:cubicBezTo>
                  <a:pt x="7" y="67"/>
                  <a:pt x="12" y="71"/>
                  <a:pt x="17" y="71"/>
                </a:cubicBezTo>
                <a:cubicBezTo>
                  <a:pt x="50" y="71"/>
                  <a:pt x="50" y="71"/>
                  <a:pt x="50" y="71"/>
                </a:cubicBezTo>
                <a:cubicBezTo>
                  <a:pt x="52" y="71"/>
                  <a:pt x="54" y="73"/>
                  <a:pt x="54" y="74"/>
                </a:cubicBezTo>
                <a:cubicBezTo>
                  <a:pt x="54" y="76"/>
                  <a:pt x="52" y="78"/>
                  <a:pt x="50" y="78"/>
                </a:cubicBezTo>
                <a:cubicBezTo>
                  <a:pt x="17" y="78"/>
                  <a:pt x="17" y="78"/>
                  <a:pt x="17" y="78"/>
                </a:cubicBezTo>
                <a:cubicBezTo>
                  <a:pt x="8" y="78"/>
                  <a:pt x="0" y="70"/>
                  <a:pt x="0" y="61"/>
                </a:cubicBezTo>
                <a:cubicBezTo>
                  <a:pt x="0" y="39"/>
                  <a:pt x="0" y="39"/>
                  <a:pt x="0" y="39"/>
                </a:cubicBezTo>
                <a:cubicBezTo>
                  <a:pt x="0" y="30"/>
                  <a:pt x="8" y="22"/>
                  <a:pt x="17" y="22"/>
                </a:cubicBezTo>
                <a:cubicBezTo>
                  <a:pt x="129" y="22"/>
                  <a:pt x="129" y="22"/>
                  <a:pt x="129" y="22"/>
                </a:cubicBezTo>
                <a:cubicBezTo>
                  <a:pt x="139" y="22"/>
                  <a:pt x="146" y="30"/>
                  <a:pt x="146" y="39"/>
                </a:cubicBezTo>
                <a:cubicBezTo>
                  <a:pt x="146" y="63"/>
                  <a:pt x="146" y="63"/>
                  <a:pt x="146" y="63"/>
                </a:cubicBezTo>
                <a:cubicBezTo>
                  <a:pt x="146" y="64"/>
                  <a:pt x="146" y="64"/>
                  <a:pt x="146" y="65"/>
                </a:cubicBezTo>
                <a:cubicBezTo>
                  <a:pt x="144" y="72"/>
                  <a:pt x="137" y="78"/>
                  <a:pt x="129" y="78"/>
                </a:cubicBezTo>
                <a:close/>
                <a:moveTo>
                  <a:pt x="97" y="17"/>
                </a:moveTo>
                <a:cubicBezTo>
                  <a:pt x="96" y="17"/>
                  <a:pt x="94" y="16"/>
                  <a:pt x="94" y="14"/>
                </a:cubicBezTo>
                <a:cubicBezTo>
                  <a:pt x="94" y="10"/>
                  <a:pt x="90" y="6"/>
                  <a:pt x="85" y="6"/>
                </a:cubicBezTo>
                <a:cubicBezTo>
                  <a:pt x="61" y="6"/>
                  <a:pt x="61" y="6"/>
                  <a:pt x="61" y="6"/>
                </a:cubicBezTo>
                <a:cubicBezTo>
                  <a:pt x="56" y="6"/>
                  <a:pt x="52" y="10"/>
                  <a:pt x="52" y="14"/>
                </a:cubicBezTo>
                <a:cubicBezTo>
                  <a:pt x="52" y="16"/>
                  <a:pt x="51" y="17"/>
                  <a:pt x="49" y="17"/>
                </a:cubicBezTo>
                <a:cubicBezTo>
                  <a:pt x="47" y="17"/>
                  <a:pt x="46" y="16"/>
                  <a:pt x="46" y="14"/>
                </a:cubicBezTo>
                <a:cubicBezTo>
                  <a:pt x="46" y="6"/>
                  <a:pt x="53" y="0"/>
                  <a:pt x="61" y="0"/>
                </a:cubicBezTo>
                <a:cubicBezTo>
                  <a:pt x="85" y="0"/>
                  <a:pt x="85" y="0"/>
                  <a:pt x="85" y="0"/>
                </a:cubicBezTo>
                <a:cubicBezTo>
                  <a:pt x="94" y="0"/>
                  <a:pt x="101" y="6"/>
                  <a:pt x="101" y="14"/>
                </a:cubicBezTo>
                <a:cubicBezTo>
                  <a:pt x="101" y="16"/>
                  <a:pt x="99" y="17"/>
                  <a:pt x="97" y="1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latin typeface="Arial" panose="020B0604020202020204" pitchFamily="34" charset="0"/>
              <a:cs typeface="Arial" panose="020B0604020202020204" pitchFamily="34" charset="0"/>
            </a:endParaRPr>
          </a:p>
        </p:txBody>
      </p:sp>
      <p:sp>
        <p:nvSpPr>
          <p:cNvPr id="36" name="Freeform 26"/>
          <p:cNvSpPr>
            <a:spLocks noEditPoints="1"/>
          </p:cNvSpPr>
          <p:nvPr/>
        </p:nvSpPr>
        <p:spPr bwMode="auto">
          <a:xfrm>
            <a:off x="5848908" y="5462334"/>
            <a:ext cx="499461" cy="450374"/>
          </a:xfrm>
          <a:custGeom>
            <a:avLst/>
            <a:gdLst>
              <a:gd name="T0" fmla="*/ 2147483646 w 148"/>
              <a:gd name="T1" fmla="*/ 2147483646 h 133"/>
              <a:gd name="T2" fmla="*/ 2147483646 w 148"/>
              <a:gd name="T3" fmla="*/ 2147483646 h 133"/>
              <a:gd name="T4" fmla="*/ 2147483646 w 148"/>
              <a:gd name="T5" fmla="*/ 2147483646 h 133"/>
              <a:gd name="T6" fmla="*/ 2147483646 w 148"/>
              <a:gd name="T7" fmla="*/ 2147483646 h 133"/>
              <a:gd name="T8" fmla="*/ 2147483646 w 148"/>
              <a:gd name="T9" fmla="*/ 2147483646 h 133"/>
              <a:gd name="T10" fmla="*/ 2147483646 w 148"/>
              <a:gd name="T11" fmla="*/ 2147483646 h 133"/>
              <a:gd name="T12" fmla="*/ 2147483646 w 148"/>
              <a:gd name="T13" fmla="*/ 2147483646 h 133"/>
              <a:gd name="T14" fmla="*/ 2147483646 w 148"/>
              <a:gd name="T15" fmla="*/ 2147483646 h 133"/>
              <a:gd name="T16" fmla="*/ 2147483646 w 148"/>
              <a:gd name="T17" fmla="*/ 2147483646 h 133"/>
              <a:gd name="T18" fmla="*/ 2147483646 w 148"/>
              <a:gd name="T19" fmla="*/ 2147483646 h 133"/>
              <a:gd name="T20" fmla="*/ 2147483646 w 148"/>
              <a:gd name="T21" fmla="*/ 2147483646 h 133"/>
              <a:gd name="T22" fmla="*/ 2147483646 w 148"/>
              <a:gd name="T23" fmla="*/ 2147483646 h 133"/>
              <a:gd name="T24" fmla="*/ 2147483646 w 148"/>
              <a:gd name="T25" fmla="*/ 2147483646 h 133"/>
              <a:gd name="T26" fmla="*/ 2147483646 w 148"/>
              <a:gd name="T27" fmla="*/ 2147483646 h 133"/>
              <a:gd name="T28" fmla="*/ 2147483646 w 148"/>
              <a:gd name="T29" fmla="*/ 2147483646 h 133"/>
              <a:gd name="T30" fmla="*/ 2147483646 w 148"/>
              <a:gd name="T31" fmla="*/ 2147483646 h 133"/>
              <a:gd name="T32" fmla="*/ 2147483646 w 148"/>
              <a:gd name="T33" fmla="*/ 2147483646 h 133"/>
              <a:gd name="T34" fmla="*/ 2147483646 w 148"/>
              <a:gd name="T35" fmla="*/ 2147483646 h 133"/>
              <a:gd name="T36" fmla="*/ 2147483646 w 148"/>
              <a:gd name="T37" fmla="*/ 2147483646 h 133"/>
              <a:gd name="T38" fmla="*/ 2147483646 w 148"/>
              <a:gd name="T39" fmla="*/ 2147483646 h 133"/>
              <a:gd name="T40" fmla="*/ 2147483646 w 148"/>
              <a:gd name="T41" fmla="*/ 2147483646 h 133"/>
              <a:gd name="T42" fmla="*/ 2147483646 w 148"/>
              <a:gd name="T43" fmla="*/ 2147483646 h 133"/>
              <a:gd name="T44" fmla="*/ 2147483646 w 148"/>
              <a:gd name="T45" fmla="*/ 2147483646 h 133"/>
              <a:gd name="T46" fmla="*/ 2147483646 w 148"/>
              <a:gd name="T47" fmla="*/ 2147483646 h 133"/>
              <a:gd name="T48" fmla="*/ 2147483646 w 148"/>
              <a:gd name="T49" fmla="*/ 2147483646 h 133"/>
              <a:gd name="T50" fmla="*/ 2147483646 w 148"/>
              <a:gd name="T51" fmla="*/ 2147483646 h 133"/>
              <a:gd name="T52" fmla="*/ 2147483646 w 148"/>
              <a:gd name="T53" fmla="*/ 2147483646 h 133"/>
              <a:gd name="T54" fmla="*/ 2147483646 w 148"/>
              <a:gd name="T55" fmla="*/ 2147483646 h 133"/>
              <a:gd name="T56" fmla="*/ 2147483646 w 148"/>
              <a:gd name="T57" fmla="*/ 2147483646 h 133"/>
              <a:gd name="T58" fmla="*/ 2147483646 w 148"/>
              <a:gd name="T59" fmla="*/ 2147483646 h 133"/>
              <a:gd name="T60" fmla="*/ 2147483646 w 148"/>
              <a:gd name="T61" fmla="*/ 2147483646 h 133"/>
              <a:gd name="T62" fmla="*/ 2147483646 w 148"/>
              <a:gd name="T63" fmla="*/ 2147483646 h 133"/>
              <a:gd name="T64" fmla="*/ 2147483646 w 148"/>
              <a:gd name="T65" fmla="*/ 2147483646 h 133"/>
              <a:gd name="T66" fmla="*/ 2147483646 w 148"/>
              <a:gd name="T67" fmla="*/ 2147483646 h 133"/>
              <a:gd name="T68" fmla="*/ 2147483646 w 148"/>
              <a:gd name="T69" fmla="*/ 2147483646 h 133"/>
              <a:gd name="T70" fmla="*/ 2147483646 w 148"/>
              <a:gd name="T71" fmla="*/ 2147483646 h 133"/>
              <a:gd name="T72" fmla="*/ 2147483646 w 148"/>
              <a:gd name="T73" fmla="*/ 2147483646 h 133"/>
              <a:gd name="T74" fmla="*/ 2147483646 w 148"/>
              <a:gd name="T75" fmla="*/ 2147483646 h 133"/>
              <a:gd name="T76" fmla="*/ 2147483646 w 148"/>
              <a:gd name="T77" fmla="*/ 2147483646 h 133"/>
              <a:gd name="T78" fmla="*/ 2147483646 w 148"/>
              <a:gd name="T79" fmla="*/ 2147483646 h 133"/>
              <a:gd name="T80" fmla="*/ 2147483646 w 148"/>
              <a:gd name="T81" fmla="*/ 2147483646 h 133"/>
              <a:gd name="T82" fmla="*/ 2147483646 w 148"/>
              <a:gd name="T83" fmla="*/ 2147483646 h 133"/>
              <a:gd name="T84" fmla="*/ 2147483646 w 148"/>
              <a:gd name="T85" fmla="*/ 2147483646 h 133"/>
              <a:gd name="T86" fmla="*/ 2147483646 w 148"/>
              <a:gd name="T87" fmla="*/ 2147483646 h 133"/>
              <a:gd name="T88" fmla="*/ 2147483646 w 148"/>
              <a:gd name="T89" fmla="*/ 2147483646 h 133"/>
              <a:gd name="T90" fmla="*/ 2147483646 w 148"/>
              <a:gd name="T91" fmla="*/ 2147483646 h 133"/>
              <a:gd name="T92" fmla="*/ 0 w 148"/>
              <a:gd name="T93" fmla="*/ 2147483646 h 133"/>
              <a:gd name="T94" fmla="*/ 2147483646 w 148"/>
              <a:gd name="T95" fmla="*/ 2147483646 h 133"/>
              <a:gd name="T96" fmla="*/ 2147483646 w 148"/>
              <a:gd name="T97" fmla="*/ 2147483646 h 133"/>
              <a:gd name="T98" fmla="*/ 2147483646 w 148"/>
              <a:gd name="T99" fmla="*/ 2147483646 h 133"/>
              <a:gd name="T100" fmla="*/ 2147483646 w 148"/>
              <a:gd name="T101" fmla="*/ 2147483646 h 133"/>
              <a:gd name="T102" fmla="*/ 2147483646 w 148"/>
              <a:gd name="T103" fmla="*/ 2147483646 h 13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48" h="133">
                <a:moveTo>
                  <a:pt x="32" y="60"/>
                </a:moveTo>
                <a:cubicBezTo>
                  <a:pt x="28" y="60"/>
                  <a:pt x="24" y="64"/>
                  <a:pt x="24" y="68"/>
                </a:cubicBezTo>
                <a:cubicBezTo>
                  <a:pt x="24" y="102"/>
                  <a:pt x="24" y="102"/>
                  <a:pt x="24" y="102"/>
                </a:cubicBezTo>
                <a:cubicBezTo>
                  <a:pt x="24" y="107"/>
                  <a:pt x="28" y="110"/>
                  <a:pt x="32" y="110"/>
                </a:cubicBezTo>
                <a:cubicBezTo>
                  <a:pt x="40" y="110"/>
                  <a:pt x="40" y="110"/>
                  <a:pt x="40" y="110"/>
                </a:cubicBezTo>
                <a:cubicBezTo>
                  <a:pt x="45" y="110"/>
                  <a:pt x="49" y="107"/>
                  <a:pt x="49" y="102"/>
                </a:cubicBezTo>
                <a:cubicBezTo>
                  <a:pt x="49" y="68"/>
                  <a:pt x="49" y="68"/>
                  <a:pt x="49" y="68"/>
                </a:cubicBezTo>
                <a:cubicBezTo>
                  <a:pt x="49" y="64"/>
                  <a:pt x="45" y="60"/>
                  <a:pt x="40" y="60"/>
                </a:cubicBezTo>
                <a:lnTo>
                  <a:pt x="32" y="60"/>
                </a:lnTo>
                <a:close/>
                <a:moveTo>
                  <a:pt x="42" y="68"/>
                </a:moveTo>
                <a:cubicBezTo>
                  <a:pt x="42" y="102"/>
                  <a:pt x="42" y="102"/>
                  <a:pt x="42" y="102"/>
                </a:cubicBezTo>
                <a:cubicBezTo>
                  <a:pt x="42" y="103"/>
                  <a:pt x="41" y="104"/>
                  <a:pt x="40" y="104"/>
                </a:cubicBezTo>
                <a:cubicBezTo>
                  <a:pt x="32" y="104"/>
                  <a:pt x="32" y="104"/>
                  <a:pt x="32" y="104"/>
                </a:cubicBezTo>
                <a:cubicBezTo>
                  <a:pt x="31" y="104"/>
                  <a:pt x="30" y="103"/>
                  <a:pt x="30" y="102"/>
                </a:cubicBezTo>
                <a:cubicBezTo>
                  <a:pt x="30" y="68"/>
                  <a:pt x="30" y="68"/>
                  <a:pt x="30" y="68"/>
                </a:cubicBezTo>
                <a:cubicBezTo>
                  <a:pt x="30" y="67"/>
                  <a:pt x="31" y="66"/>
                  <a:pt x="32" y="66"/>
                </a:cubicBezTo>
                <a:cubicBezTo>
                  <a:pt x="40" y="66"/>
                  <a:pt x="40" y="66"/>
                  <a:pt x="40" y="66"/>
                </a:cubicBezTo>
                <a:cubicBezTo>
                  <a:pt x="41" y="66"/>
                  <a:pt x="42" y="67"/>
                  <a:pt x="42" y="68"/>
                </a:cubicBezTo>
                <a:close/>
                <a:moveTo>
                  <a:pt x="62" y="48"/>
                </a:moveTo>
                <a:cubicBezTo>
                  <a:pt x="58" y="48"/>
                  <a:pt x="54" y="52"/>
                  <a:pt x="54" y="56"/>
                </a:cubicBezTo>
                <a:cubicBezTo>
                  <a:pt x="54" y="102"/>
                  <a:pt x="54" y="102"/>
                  <a:pt x="54" y="102"/>
                </a:cubicBezTo>
                <a:cubicBezTo>
                  <a:pt x="54" y="107"/>
                  <a:pt x="58" y="110"/>
                  <a:pt x="62" y="110"/>
                </a:cubicBezTo>
                <a:cubicBezTo>
                  <a:pt x="71" y="110"/>
                  <a:pt x="71" y="110"/>
                  <a:pt x="71" y="110"/>
                </a:cubicBezTo>
                <a:cubicBezTo>
                  <a:pt x="75" y="110"/>
                  <a:pt x="79" y="107"/>
                  <a:pt x="79" y="102"/>
                </a:cubicBezTo>
                <a:cubicBezTo>
                  <a:pt x="79" y="56"/>
                  <a:pt x="79" y="56"/>
                  <a:pt x="79" y="56"/>
                </a:cubicBezTo>
                <a:cubicBezTo>
                  <a:pt x="79" y="52"/>
                  <a:pt x="75" y="48"/>
                  <a:pt x="71" y="48"/>
                </a:cubicBezTo>
                <a:lnTo>
                  <a:pt x="62" y="48"/>
                </a:lnTo>
                <a:close/>
                <a:moveTo>
                  <a:pt x="72" y="56"/>
                </a:moveTo>
                <a:cubicBezTo>
                  <a:pt x="72" y="102"/>
                  <a:pt x="72" y="102"/>
                  <a:pt x="72" y="102"/>
                </a:cubicBezTo>
                <a:cubicBezTo>
                  <a:pt x="72" y="103"/>
                  <a:pt x="72" y="104"/>
                  <a:pt x="71" y="104"/>
                </a:cubicBezTo>
                <a:cubicBezTo>
                  <a:pt x="62" y="104"/>
                  <a:pt x="62" y="104"/>
                  <a:pt x="62" y="104"/>
                </a:cubicBezTo>
                <a:cubicBezTo>
                  <a:pt x="61" y="104"/>
                  <a:pt x="61" y="103"/>
                  <a:pt x="61" y="102"/>
                </a:cubicBezTo>
                <a:cubicBezTo>
                  <a:pt x="61" y="56"/>
                  <a:pt x="61" y="56"/>
                  <a:pt x="61" y="56"/>
                </a:cubicBezTo>
                <a:cubicBezTo>
                  <a:pt x="61" y="55"/>
                  <a:pt x="61" y="54"/>
                  <a:pt x="62" y="54"/>
                </a:cubicBezTo>
                <a:cubicBezTo>
                  <a:pt x="71" y="54"/>
                  <a:pt x="71" y="54"/>
                  <a:pt x="71" y="54"/>
                </a:cubicBezTo>
                <a:cubicBezTo>
                  <a:pt x="72" y="54"/>
                  <a:pt x="72" y="55"/>
                  <a:pt x="72" y="56"/>
                </a:cubicBezTo>
                <a:close/>
                <a:moveTo>
                  <a:pt x="93" y="38"/>
                </a:moveTo>
                <a:cubicBezTo>
                  <a:pt x="88" y="38"/>
                  <a:pt x="84" y="41"/>
                  <a:pt x="84" y="46"/>
                </a:cubicBezTo>
                <a:cubicBezTo>
                  <a:pt x="84" y="102"/>
                  <a:pt x="84" y="102"/>
                  <a:pt x="84" y="102"/>
                </a:cubicBezTo>
                <a:cubicBezTo>
                  <a:pt x="84" y="107"/>
                  <a:pt x="88" y="110"/>
                  <a:pt x="93" y="110"/>
                </a:cubicBezTo>
                <a:cubicBezTo>
                  <a:pt x="101" y="110"/>
                  <a:pt x="101" y="110"/>
                  <a:pt x="101" y="110"/>
                </a:cubicBezTo>
                <a:cubicBezTo>
                  <a:pt x="105" y="110"/>
                  <a:pt x="109" y="107"/>
                  <a:pt x="109" y="102"/>
                </a:cubicBezTo>
                <a:cubicBezTo>
                  <a:pt x="109" y="46"/>
                  <a:pt x="109" y="46"/>
                  <a:pt x="109" y="46"/>
                </a:cubicBezTo>
                <a:cubicBezTo>
                  <a:pt x="109" y="41"/>
                  <a:pt x="105" y="38"/>
                  <a:pt x="101" y="38"/>
                </a:cubicBezTo>
                <a:lnTo>
                  <a:pt x="93" y="38"/>
                </a:lnTo>
                <a:close/>
                <a:moveTo>
                  <a:pt x="103" y="46"/>
                </a:moveTo>
                <a:cubicBezTo>
                  <a:pt x="103" y="102"/>
                  <a:pt x="103" y="102"/>
                  <a:pt x="103" y="102"/>
                </a:cubicBezTo>
                <a:cubicBezTo>
                  <a:pt x="103" y="103"/>
                  <a:pt x="102" y="104"/>
                  <a:pt x="101" y="104"/>
                </a:cubicBezTo>
                <a:cubicBezTo>
                  <a:pt x="93" y="104"/>
                  <a:pt x="93" y="104"/>
                  <a:pt x="93" y="104"/>
                </a:cubicBezTo>
                <a:cubicBezTo>
                  <a:pt x="92" y="104"/>
                  <a:pt x="91" y="103"/>
                  <a:pt x="91" y="102"/>
                </a:cubicBezTo>
                <a:cubicBezTo>
                  <a:pt x="91" y="46"/>
                  <a:pt x="91" y="46"/>
                  <a:pt x="91" y="46"/>
                </a:cubicBezTo>
                <a:cubicBezTo>
                  <a:pt x="91" y="45"/>
                  <a:pt x="92" y="44"/>
                  <a:pt x="93" y="44"/>
                </a:cubicBezTo>
                <a:cubicBezTo>
                  <a:pt x="101" y="44"/>
                  <a:pt x="101" y="44"/>
                  <a:pt x="101" y="44"/>
                </a:cubicBezTo>
                <a:cubicBezTo>
                  <a:pt x="102" y="44"/>
                  <a:pt x="103" y="45"/>
                  <a:pt x="103" y="46"/>
                </a:cubicBezTo>
                <a:close/>
                <a:moveTo>
                  <a:pt x="115" y="35"/>
                </a:moveTo>
                <a:cubicBezTo>
                  <a:pt x="115" y="102"/>
                  <a:pt x="115" y="102"/>
                  <a:pt x="115" y="102"/>
                </a:cubicBezTo>
                <a:cubicBezTo>
                  <a:pt x="115" y="107"/>
                  <a:pt x="118" y="110"/>
                  <a:pt x="123" y="110"/>
                </a:cubicBezTo>
                <a:cubicBezTo>
                  <a:pt x="131" y="110"/>
                  <a:pt x="131" y="110"/>
                  <a:pt x="131" y="110"/>
                </a:cubicBezTo>
                <a:cubicBezTo>
                  <a:pt x="136" y="110"/>
                  <a:pt x="139" y="107"/>
                  <a:pt x="139" y="102"/>
                </a:cubicBezTo>
                <a:cubicBezTo>
                  <a:pt x="139" y="35"/>
                  <a:pt x="139" y="35"/>
                  <a:pt x="139" y="35"/>
                </a:cubicBezTo>
                <a:cubicBezTo>
                  <a:pt x="139" y="31"/>
                  <a:pt x="136" y="27"/>
                  <a:pt x="131" y="27"/>
                </a:cubicBezTo>
                <a:cubicBezTo>
                  <a:pt x="123" y="27"/>
                  <a:pt x="123" y="27"/>
                  <a:pt x="123" y="27"/>
                </a:cubicBezTo>
                <a:cubicBezTo>
                  <a:pt x="118" y="27"/>
                  <a:pt x="115" y="31"/>
                  <a:pt x="115" y="35"/>
                </a:cubicBezTo>
                <a:close/>
                <a:moveTo>
                  <a:pt x="133" y="35"/>
                </a:moveTo>
                <a:cubicBezTo>
                  <a:pt x="133" y="102"/>
                  <a:pt x="133" y="102"/>
                  <a:pt x="133" y="102"/>
                </a:cubicBezTo>
                <a:cubicBezTo>
                  <a:pt x="133" y="103"/>
                  <a:pt x="132" y="104"/>
                  <a:pt x="131" y="104"/>
                </a:cubicBezTo>
                <a:cubicBezTo>
                  <a:pt x="123" y="104"/>
                  <a:pt x="123" y="104"/>
                  <a:pt x="123" y="104"/>
                </a:cubicBezTo>
                <a:cubicBezTo>
                  <a:pt x="122" y="104"/>
                  <a:pt x="121" y="103"/>
                  <a:pt x="121" y="102"/>
                </a:cubicBezTo>
                <a:cubicBezTo>
                  <a:pt x="121" y="35"/>
                  <a:pt x="121" y="35"/>
                  <a:pt x="121" y="35"/>
                </a:cubicBezTo>
                <a:cubicBezTo>
                  <a:pt x="121" y="34"/>
                  <a:pt x="122" y="33"/>
                  <a:pt x="123" y="33"/>
                </a:cubicBezTo>
                <a:cubicBezTo>
                  <a:pt x="131" y="33"/>
                  <a:pt x="131" y="33"/>
                  <a:pt x="131" y="33"/>
                </a:cubicBezTo>
                <a:cubicBezTo>
                  <a:pt x="132" y="33"/>
                  <a:pt x="133" y="34"/>
                  <a:pt x="133" y="35"/>
                </a:cubicBezTo>
                <a:close/>
                <a:moveTo>
                  <a:pt x="77" y="26"/>
                </a:moveTo>
                <a:cubicBezTo>
                  <a:pt x="96" y="18"/>
                  <a:pt x="116" y="7"/>
                  <a:pt x="116" y="7"/>
                </a:cubicBezTo>
                <a:cubicBezTo>
                  <a:pt x="113" y="0"/>
                  <a:pt x="113" y="0"/>
                  <a:pt x="113" y="0"/>
                </a:cubicBezTo>
                <a:cubicBezTo>
                  <a:pt x="119" y="2"/>
                  <a:pt x="119" y="2"/>
                  <a:pt x="119" y="2"/>
                </a:cubicBezTo>
                <a:cubicBezTo>
                  <a:pt x="126" y="5"/>
                  <a:pt x="126" y="5"/>
                  <a:pt x="126" y="5"/>
                </a:cubicBezTo>
                <a:cubicBezTo>
                  <a:pt x="124" y="12"/>
                  <a:pt x="124" y="12"/>
                  <a:pt x="124" y="12"/>
                </a:cubicBezTo>
                <a:cubicBezTo>
                  <a:pt x="123" y="20"/>
                  <a:pt x="123" y="20"/>
                  <a:pt x="123" y="20"/>
                </a:cubicBezTo>
                <a:cubicBezTo>
                  <a:pt x="119" y="12"/>
                  <a:pt x="119" y="12"/>
                  <a:pt x="119" y="12"/>
                </a:cubicBezTo>
                <a:cubicBezTo>
                  <a:pt x="116" y="14"/>
                  <a:pt x="98" y="25"/>
                  <a:pt x="79" y="32"/>
                </a:cubicBezTo>
                <a:cubicBezTo>
                  <a:pt x="57" y="41"/>
                  <a:pt x="29" y="46"/>
                  <a:pt x="29" y="46"/>
                </a:cubicBezTo>
                <a:cubicBezTo>
                  <a:pt x="28" y="46"/>
                  <a:pt x="28" y="46"/>
                  <a:pt x="28" y="46"/>
                </a:cubicBezTo>
                <a:cubicBezTo>
                  <a:pt x="27" y="46"/>
                  <a:pt x="25" y="45"/>
                  <a:pt x="25" y="44"/>
                </a:cubicBezTo>
                <a:cubicBezTo>
                  <a:pt x="25" y="42"/>
                  <a:pt x="26" y="40"/>
                  <a:pt x="27" y="40"/>
                </a:cubicBezTo>
                <a:cubicBezTo>
                  <a:pt x="28" y="40"/>
                  <a:pt x="55" y="34"/>
                  <a:pt x="77" y="26"/>
                </a:cubicBezTo>
                <a:close/>
                <a:moveTo>
                  <a:pt x="148" y="122"/>
                </a:moveTo>
                <a:cubicBezTo>
                  <a:pt x="144" y="127"/>
                  <a:pt x="144" y="127"/>
                  <a:pt x="144" y="127"/>
                </a:cubicBezTo>
                <a:cubicBezTo>
                  <a:pt x="139" y="133"/>
                  <a:pt x="139" y="133"/>
                  <a:pt x="139" y="133"/>
                </a:cubicBezTo>
                <a:cubicBezTo>
                  <a:pt x="139" y="125"/>
                  <a:pt x="139" y="125"/>
                  <a:pt x="139" y="125"/>
                </a:cubicBezTo>
                <a:cubicBezTo>
                  <a:pt x="12" y="125"/>
                  <a:pt x="12" y="125"/>
                  <a:pt x="12" y="125"/>
                </a:cubicBezTo>
                <a:cubicBezTo>
                  <a:pt x="11" y="125"/>
                  <a:pt x="9" y="124"/>
                  <a:pt x="9" y="122"/>
                </a:cubicBezTo>
                <a:cubicBezTo>
                  <a:pt x="9" y="21"/>
                  <a:pt x="9" y="21"/>
                  <a:pt x="9" y="21"/>
                </a:cubicBezTo>
                <a:cubicBezTo>
                  <a:pt x="0" y="21"/>
                  <a:pt x="0" y="21"/>
                  <a:pt x="0" y="21"/>
                </a:cubicBezTo>
                <a:cubicBezTo>
                  <a:pt x="6" y="15"/>
                  <a:pt x="6" y="15"/>
                  <a:pt x="6" y="15"/>
                </a:cubicBezTo>
                <a:cubicBezTo>
                  <a:pt x="12" y="10"/>
                  <a:pt x="12" y="10"/>
                  <a:pt x="12" y="10"/>
                </a:cubicBezTo>
                <a:cubicBezTo>
                  <a:pt x="19" y="15"/>
                  <a:pt x="19" y="15"/>
                  <a:pt x="19" y="15"/>
                </a:cubicBezTo>
                <a:cubicBezTo>
                  <a:pt x="25" y="21"/>
                  <a:pt x="25" y="21"/>
                  <a:pt x="25" y="21"/>
                </a:cubicBezTo>
                <a:cubicBezTo>
                  <a:pt x="16" y="21"/>
                  <a:pt x="16" y="21"/>
                  <a:pt x="16" y="21"/>
                </a:cubicBezTo>
                <a:cubicBezTo>
                  <a:pt x="16" y="119"/>
                  <a:pt x="16" y="119"/>
                  <a:pt x="16" y="119"/>
                </a:cubicBezTo>
                <a:cubicBezTo>
                  <a:pt x="139" y="119"/>
                  <a:pt x="139" y="119"/>
                  <a:pt x="139" y="119"/>
                </a:cubicBezTo>
                <a:cubicBezTo>
                  <a:pt x="139" y="111"/>
                  <a:pt x="139" y="111"/>
                  <a:pt x="139" y="111"/>
                </a:cubicBezTo>
                <a:cubicBezTo>
                  <a:pt x="144" y="116"/>
                  <a:pt x="144" y="116"/>
                  <a:pt x="144" y="116"/>
                </a:cubicBezTo>
                <a:lnTo>
                  <a:pt x="148" y="12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latin typeface="Arial" panose="020B0604020202020204" pitchFamily="34" charset="0"/>
              <a:cs typeface="Arial" panose="020B0604020202020204" pitchFamily="34" charset="0"/>
            </a:endParaRPr>
          </a:p>
        </p:txBody>
      </p:sp>
      <p:sp>
        <p:nvSpPr>
          <p:cNvPr id="37" name="文本框 36"/>
          <p:cNvSpPr txBox="1"/>
          <p:nvPr/>
        </p:nvSpPr>
        <p:spPr>
          <a:xfrm>
            <a:off x="2618681" y="713366"/>
            <a:ext cx="6954148" cy="707886"/>
          </a:xfrm>
          <a:prstGeom prst="rect">
            <a:avLst/>
          </a:prstGeom>
          <a:noFill/>
        </p:spPr>
        <p:txBody>
          <a:bodyPr wrap="none" rtlCol="0">
            <a:spAutoFit/>
          </a:bodyPr>
          <a:lstStyle/>
          <a:p>
            <a:r>
              <a:rPr lang="en-US" altLang="zh-CN"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Please enter title content here</a:t>
            </a:r>
            <a:endParaRPr lang="en-US" altLang="zh-CN"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p:cTn id="23" dur="1000" fill="hold"/>
                                        <p:tgtEl>
                                          <p:spTgt spid="37"/>
                                        </p:tgtEl>
                                        <p:attrNameLst>
                                          <p:attrName>ppt_w</p:attrName>
                                        </p:attrNameLst>
                                      </p:cBhvr>
                                      <p:tavLst>
                                        <p:tav tm="0">
                                          <p:val>
                                            <p:strVal val="#ppt_w+.3"/>
                                          </p:val>
                                        </p:tav>
                                        <p:tav tm="100000">
                                          <p:val>
                                            <p:strVal val="#ppt_w"/>
                                          </p:val>
                                        </p:tav>
                                      </p:tavLst>
                                    </p:anim>
                                    <p:anim calcmode="lin" valueType="num">
                                      <p:cBhvr>
                                        <p:cTn id="24" dur="1000" fill="hold"/>
                                        <p:tgtEl>
                                          <p:spTgt spid="37"/>
                                        </p:tgtEl>
                                        <p:attrNameLst>
                                          <p:attrName>ppt_h</p:attrName>
                                        </p:attrNameLst>
                                      </p:cBhvr>
                                      <p:tavLst>
                                        <p:tav tm="0">
                                          <p:val>
                                            <p:strVal val="#ppt_h"/>
                                          </p:val>
                                        </p:tav>
                                        <p:tav tm="100000">
                                          <p:val>
                                            <p:strVal val="#ppt_h"/>
                                          </p:val>
                                        </p:tav>
                                      </p:tavLst>
                                    </p:anim>
                                    <p:animEffect transition="in" filter="fade">
                                      <p:cBhvr>
                                        <p:cTn id="25"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2619191" y="-3978002"/>
            <a:ext cx="7353113" cy="9265630"/>
          </a:xfrm>
          <a:custGeom>
            <a:avLst/>
            <a:gdLst>
              <a:gd name="connsiteX0" fmla="*/ 0 w 6486398"/>
              <a:gd name="connsiteY0" fmla="*/ 0 h 8173486"/>
              <a:gd name="connsiteX1" fmla="*/ 0 w 6486398"/>
              <a:gd name="connsiteY1" fmla="*/ 8173486 h 8173486"/>
              <a:gd name="connsiteX2" fmla="*/ 6486398 w 6486398"/>
              <a:gd name="connsiteY2" fmla="*/ 8173486 h 8173486"/>
              <a:gd name="connsiteX3" fmla="*/ 6486398 w 6486398"/>
              <a:gd name="connsiteY3" fmla="*/ 0 h 8173486"/>
              <a:gd name="connsiteX4" fmla="*/ 3806043 w 6486398"/>
              <a:gd name="connsiteY4" fmla="*/ 0 h 8173486"/>
              <a:gd name="connsiteX5" fmla="*/ 3830610 w 6486398"/>
              <a:gd name="connsiteY5" fmla="*/ 106676 h 8173486"/>
              <a:gd name="connsiteX6" fmla="*/ 3711072 w 6486398"/>
              <a:gd name="connsiteY6" fmla="*/ 559704 h 8173486"/>
              <a:gd name="connsiteX7" fmla="*/ 3106360 w 6486398"/>
              <a:gd name="connsiteY7" fmla="*/ 425461 h 8173486"/>
              <a:gd name="connsiteX8" fmla="*/ 3018719 w 6486398"/>
              <a:gd name="connsiteY8" fmla="*/ 351299 h 8173486"/>
              <a:gd name="connsiteX9" fmla="*/ 2993112 w 6486398"/>
              <a:gd name="connsiteY9" fmla="*/ 377260 h 8173486"/>
              <a:gd name="connsiteX10" fmla="*/ 2083281 w 6486398"/>
              <a:gd name="connsiteY10" fmla="*/ 641718 h 8173486"/>
              <a:gd name="connsiteX11" fmla="*/ 1048565 w 6486398"/>
              <a:gd name="connsiteY11" fmla="*/ 136391 h 8173486"/>
              <a:gd name="connsiteX12" fmla="*/ 1069586 w 6486398"/>
              <a:gd name="connsiteY12" fmla="*/ 34550 h 8173486"/>
              <a:gd name="connsiteX13" fmla="*/ 1087777 w 6486398"/>
              <a:gd name="connsiteY13" fmla="*/ 0 h 8173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86398" h="8173486">
                <a:moveTo>
                  <a:pt x="0" y="0"/>
                </a:moveTo>
                <a:lnTo>
                  <a:pt x="0" y="8173486"/>
                </a:lnTo>
                <a:lnTo>
                  <a:pt x="6486398" y="8173486"/>
                </a:lnTo>
                <a:lnTo>
                  <a:pt x="6486398" y="0"/>
                </a:lnTo>
                <a:lnTo>
                  <a:pt x="3806043" y="0"/>
                </a:lnTo>
                <a:lnTo>
                  <a:pt x="3830610" y="106676"/>
                </a:lnTo>
                <a:cubicBezTo>
                  <a:pt x="3862799" y="312559"/>
                  <a:pt x="3825496" y="479835"/>
                  <a:pt x="3711072" y="559704"/>
                </a:cubicBezTo>
                <a:cubicBezTo>
                  <a:pt x="3568042" y="659541"/>
                  <a:pt x="3338361" y="599176"/>
                  <a:pt x="3106360" y="425461"/>
                </a:cubicBezTo>
                <a:lnTo>
                  <a:pt x="3018719" y="351299"/>
                </a:lnTo>
                <a:lnTo>
                  <a:pt x="2993112" y="377260"/>
                </a:lnTo>
                <a:cubicBezTo>
                  <a:pt x="2817894" y="534783"/>
                  <a:pt x="2476158" y="641718"/>
                  <a:pt x="2083281" y="641718"/>
                </a:cubicBezTo>
                <a:cubicBezTo>
                  <a:pt x="1511823" y="641718"/>
                  <a:pt x="1048565" y="415475"/>
                  <a:pt x="1048565" y="136391"/>
                </a:cubicBezTo>
                <a:cubicBezTo>
                  <a:pt x="1048565" y="101505"/>
                  <a:pt x="1055803" y="67445"/>
                  <a:pt x="1069586" y="34550"/>
                </a:cubicBezTo>
                <a:lnTo>
                  <a:pt x="1087777" y="0"/>
                </a:lnTo>
                <a:close/>
              </a:path>
            </a:pathLst>
          </a:custGeom>
        </p:spPr>
      </p:pic>
      <p:sp>
        <p:nvSpPr>
          <p:cNvPr id="9" name="文本框 8"/>
          <p:cNvSpPr txBox="1"/>
          <p:nvPr/>
        </p:nvSpPr>
        <p:spPr>
          <a:xfrm>
            <a:off x="3104022" y="4486976"/>
            <a:ext cx="7152640" cy="1014730"/>
          </a:xfrm>
          <a:prstGeom prst="rect">
            <a:avLst/>
          </a:prstGeom>
          <a:noFill/>
        </p:spPr>
        <p:txBody>
          <a:bodyPr wrap="none" rtlCol="0">
            <a:spAutoFit/>
          </a:bodyPr>
          <a:lstStyle/>
          <a:p>
            <a:r>
              <a:rPr lang="en-GB" altLang="en-US" sz="6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Socratic Technique</a:t>
            </a:r>
            <a:endParaRPr lang="en-GB" altLang="en-US" sz="6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10" name="文本框 9" descr="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
          <p:cNvSpPr txBox="1"/>
          <p:nvPr/>
        </p:nvSpPr>
        <p:spPr>
          <a:xfrm flipH="1">
            <a:off x="2413635" y="5657215"/>
            <a:ext cx="8514715" cy="706755"/>
          </a:xfrm>
          <a:prstGeom prst="rect">
            <a:avLst/>
          </a:prstGeom>
          <a:noFill/>
        </p:spPr>
        <p:txBody>
          <a:bodyPr wrap="square" rtlCol="0">
            <a:spAutoFit/>
          </a:bodyPr>
          <a:lstStyle/>
          <a:p>
            <a:r>
              <a:rPr lang="en-GB" altLang="en-US" sz="2000" b="1" dirty="0" smtClean="0">
                <a:gradFill>
                  <a:gsLst>
                    <a:gs pos="0">
                      <a:srgbClr val="51C7F3"/>
                    </a:gs>
                    <a:gs pos="100000">
                      <a:srgbClr val="026DB7"/>
                    </a:gs>
                  </a:gsLst>
                  <a:lin ang="5400000" scaled="1"/>
                </a:gradFill>
                <a:latin typeface="Arial" panose="020B0604020202020204" pitchFamily="34" charset="0"/>
                <a:ea typeface="方正兰亭超细黑简体" panose="02000000000000000000" pitchFamily="2" charset="-122"/>
                <a:cs typeface="Arial" panose="020B0604020202020204" pitchFamily="34" charset="0"/>
              </a:rPr>
              <a:t>P</a:t>
            </a:r>
            <a:r>
              <a:rPr lang="en-US" altLang="en-US" sz="2000" b="1" dirty="0" smtClean="0">
                <a:gradFill>
                  <a:gsLst>
                    <a:gs pos="0">
                      <a:srgbClr val="51C7F3"/>
                    </a:gs>
                    <a:gs pos="100000">
                      <a:srgbClr val="026DB7"/>
                    </a:gs>
                  </a:gsLst>
                  <a:lin ang="5400000" scaled="1"/>
                </a:gradFill>
                <a:latin typeface="Arial" panose="020B0604020202020204" pitchFamily="34" charset="0"/>
                <a:ea typeface="方正兰亭超细黑简体" panose="02000000000000000000" pitchFamily="2" charset="-122"/>
                <a:cs typeface="Arial" panose="020B0604020202020204" pitchFamily="34" charset="0"/>
              </a:rPr>
              <a:t>rimarily belongs in the ideation, planning, and problem-diagnosis workflow steps</a:t>
            </a:r>
            <a:endParaRPr lang="en-US" altLang="en-US" sz="2000" b="1" dirty="0" smtClean="0">
              <a:gradFill>
                <a:gsLst>
                  <a:gs pos="0">
                    <a:srgbClr val="51C7F3"/>
                  </a:gs>
                  <a:gs pos="100000">
                    <a:srgbClr val="026DB7"/>
                  </a:gs>
                </a:gsLst>
                <a:lin ang="5400000" scaled="1"/>
              </a:gradFill>
              <a:latin typeface="Arial" panose="020B0604020202020204" pitchFamily="34" charset="0"/>
              <a:ea typeface="方正兰亭超细黑简体" panose="02000000000000000000" pitchFamily="2" charset="-122"/>
              <a:cs typeface="Arial" panose="020B0604020202020204" pitchFamily="34" charset="0"/>
            </a:endParaRPr>
          </a:p>
        </p:txBody>
      </p:sp>
      <p:sp>
        <p:nvSpPr>
          <p:cNvPr id="11" name="矩形 10"/>
          <p:cNvSpPr/>
          <p:nvPr/>
        </p:nvSpPr>
        <p:spPr>
          <a:xfrm>
            <a:off x="3539813" y="654813"/>
            <a:ext cx="5123518" cy="1446550"/>
          </a:xfrm>
          <a:prstGeom prst="rect">
            <a:avLst/>
          </a:prstGeom>
        </p:spPr>
        <p:txBody>
          <a:bodyPr wrap="none">
            <a:spAutoFit/>
          </a:bodyPr>
          <a:lstStyle/>
          <a:p>
            <a:pPr algn="r"/>
            <a:r>
              <a:rPr lang="en-US" altLang="zh-CN" sz="88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rPr>
              <a:t>PART    02</a:t>
            </a:r>
            <a:endParaRPr lang="en-US" altLang="zh-CN" sz="8800" b="1" dirty="0" smtClean="0">
              <a:solidFill>
                <a:srgbClr val="FFFFFF"/>
              </a:solidFill>
              <a:latin typeface="Arial" panose="020B0604020202020204" pitchFamily="34" charset="0"/>
              <a:ea typeface="张海山锐线体2.0" panose="02000000000000000000" pitchFamily="2"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750" fill="hold"/>
                                        <p:tgtEl>
                                          <p:spTgt spid="10"/>
                                        </p:tgtEl>
                                        <p:attrNameLst>
                                          <p:attrName>ppt_w</p:attrName>
                                        </p:attrNameLst>
                                      </p:cBhvr>
                                      <p:tavLst>
                                        <p:tav tm="0">
                                          <p:val>
                                            <p:fltVal val="0"/>
                                          </p:val>
                                        </p:tav>
                                        <p:tav tm="100000">
                                          <p:val>
                                            <p:strVal val="#ppt_w"/>
                                          </p:val>
                                        </p:tav>
                                      </p:tavLst>
                                    </p:anim>
                                    <p:anim calcmode="lin" valueType="num">
                                      <p:cBhvr>
                                        <p:cTn id="14" dur="750" fill="hold"/>
                                        <p:tgtEl>
                                          <p:spTgt spid="10"/>
                                        </p:tgtEl>
                                        <p:attrNameLst>
                                          <p:attrName>ppt_h</p:attrName>
                                        </p:attrNameLst>
                                      </p:cBhvr>
                                      <p:tavLst>
                                        <p:tav tm="0">
                                          <p:val>
                                            <p:fltVal val="0"/>
                                          </p:val>
                                        </p:tav>
                                        <p:tav tm="100000">
                                          <p:val>
                                            <p:strVal val="#ppt_h"/>
                                          </p:val>
                                        </p:tav>
                                      </p:tavLst>
                                    </p:anim>
                                    <p:animEffect transition="in" filter="fade">
                                      <p:cBhvr>
                                        <p:cTn id="15"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15" name="矩形 14"/>
          <p:cNvSpPr/>
          <p:nvPr/>
        </p:nvSpPr>
        <p:spPr>
          <a:xfrm>
            <a:off x="1431472" y="-2198914"/>
            <a:ext cx="1246414" cy="1839686"/>
          </a:xfrm>
          <a:prstGeom prst="rect">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6" name="矩形 15"/>
          <p:cNvSpPr/>
          <p:nvPr/>
        </p:nvSpPr>
        <p:spPr>
          <a:xfrm>
            <a:off x="2868383" y="-2198914"/>
            <a:ext cx="1246414" cy="1839686"/>
          </a:xfrm>
          <a:prstGeom prst="rect">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grpSp>
        <p:nvGrpSpPr>
          <p:cNvPr id="8" name="组合 7"/>
          <p:cNvGrpSpPr/>
          <p:nvPr/>
        </p:nvGrpSpPr>
        <p:grpSpPr>
          <a:xfrm>
            <a:off x="1188668" y="2871969"/>
            <a:ext cx="1200042" cy="3416869"/>
            <a:chOff x="1188668" y="2871969"/>
            <a:chExt cx="1200042" cy="3416869"/>
          </a:xfrm>
          <a:solidFill>
            <a:srgbClr val="01B5EE"/>
          </a:solidFill>
        </p:grpSpPr>
        <p:sp>
          <p:nvSpPr>
            <p:cNvPr id="9" name="Freeform 1218"/>
            <p:cNvSpPr/>
            <p:nvPr/>
          </p:nvSpPr>
          <p:spPr bwMode="auto">
            <a:xfrm>
              <a:off x="1791079" y="3485253"/>
              <a:ext cx="129090" cy="925404"/>
            </a:xfrm>
            <a:custGeom>
              <a:avLst/>
              <a:gdLst/>
              <a:ahLst/>
              <a:cxnLst>
                <a:cxn ang="0">
                  <a:pos x="13" y="0"/>
                </a:cxn>
                <a:cxn ang="0">
                  <a:pos x="13" y="0"/>
                </a:cxn>
                <a:cxn ang="0">
                  <a:pos x="9" y="7"/>
                </a:cxn>
                <a:cxn ang="0">
                  <a:pos x="13" y="16"/>
                </a:cxn>
                <a:cxn ang="0">
                  <a:pos x="0" y="148"/>
                </a:cxn>
                <a:cxn ang="0">
                  <a:pos x="13" y="161"/>
                </a:cxn>
                <a:cxn ang="0">
                  <a:pos x="26" y="149"/>
                </a:cxn>
                <a:cxn ang="0">
                  <a:pos x="13" y="16"/>
                </a:cxn>
                <a:cxn ang="0">
                  <a:pos x="17" y="6"/>
                </a:cxn>
                <a:cxn ang="0">
                  <a:pos x="13" y="0"/>
                </a:cxn>
              </a:cxnLst>
              <a:rect l="0" t="0" r="r" b="b"/>
              <a:pathLst>
                <a:path w="26" h="161">
                  <a:moveTo>
                    <a:pt x="13" y="0"/>
                  </a:moveTo>
                  <a:cubicBezTo>
                    <a:pt x="13" y="0"/>
                    <a:pt x="13" y="0"/>
                    <a:pt x="13" y="0"/>
                  </a:cubicBezTo>
                  <a:cubicBezTo>
                    <a:pt x="12" y="0"/>
                    <a:pt x="9" y="4"/>
                    <a:pt x="9" y="7"/>
                  </a:cubicBezTo>
                  <a:cubicBezTo>
                    <a:pt x="9" y="8"/>
                    <a:pt x="12" y="14"/>
                    <a:pt x="13" y="16"/>
                  </a:cubicBezTo>
                  <a:cubicBezTo>
                    <a:pt x="0" y="148"/>
                    <a:pt x="0" y="148"/>
                    <a:pt x="0" y="148"/>
                  </a:cubicBezTo>
                  <a:cubicBezTo>
                    <a:pt x="13" y="161"/>
                    <a:pt x="13" y="161"/>
                    <a:pt x="13" y="161"/>
                  </a:cubicBezTo>
                  <a:cubicBezTo>
                    <a:pt x="26" y="149"/>
                    <a:pt x="26" y="149"/>
                    <a:pt x="26" y="149"/>
                  </a:cubicBezTo>
                  <a:cubicBezTo>
                    <a:pt x="13" y="16"/>
                    <a:pt x="13" y="16"/>
                    <a:pt x="13" y="16"/>
                  </a:cubicBezTo>
                  <a:cubicBezTo>
                    <a:pt x="15" y="14"/>
                    <a:pt x="17" y="8"/>
                    <a:pt x="17" y="6"/>
                  </a:cubicBezTo>
                  <a:cubicBezTo>
                    <a:pt x="17" y="4"/>
                    <a:pt x="15" y="0"/>
                    <a:pt x="13" y="0"/>
                  </a:cubicBezTo>
                </a:path>
              </a:pathLst>
            </a:cu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sp>
          <p:nvSpPr>
            <p:cNvPr id="10" name="Oval 1219"/>
            <p:cNvSpPr>
              <a:spLocks noChangeArrowheads="1"/>
            </p:cNvSpPr>
            <p:nvPr/>
          </p:nvSpPr>
          <p:spPr bwMode="auto">
            <a:xfrm>
              <a:off x="1652427" y="2871969"/>
              <a:ext cx="401607" cy="454489"/>
            </a:xfrm>
            <a:prstGeom prst="ellipse">
              <a:avLst/>
            </a:pr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sp>
          <p:nvSpPr>
            <p:cNvPr id="11" name="Freeform 1220"/>
            <p:cNvSpPr>
              <a:spLocks noEditPoints="1"/>
            </p:cNvSpPr>
            <p:nvPr/>
          </p:nvSpPr>
          <p:spPr bwMode="auto">
            <a:xfrm>
              <a:off x="1188668" y="3468824"/>
              <a:ext cx="1200042" cy="2820014"/>
            </a:xfrm>
            <a:custGeom>
              <a:avLst/>
              <a:gdLst/>
              <a:ahLst/>
              <a:cxnLst>
                <a:cxn ang="0">
                  <a:pos x="58" y="134"/>
                </a:cxn>
                <a:cxn ang="0">
                  <a:pos x="41" y="81"/>
                </a:cxn>
                <a:cxn ang="0">
                  <a:pos x="47" y="58"/>
                </a:cxn>
                <a:cxn ang="0">
                  <a:pos x="58" y="134"/>
                </a:cxn>
                <a:cxn ang="0">
                  <a:pos x="94" y="0"/>
                </a:cxn>
                <a:cxn ang="0">
                  <a:pos x="41" y="19"/>
                </a:cxn>
                <a:cxn ang="0">
                  <a:pos x="1" y="81"/>
                </a:cxn>
                <a:cxn ang="0">
                  <a:pos x="65" y="183"/>
                </a:cxn>
                <a:cxn ang="0">
                  <a:pos x="67" y="200"/>
                </a:cxn>
                <a:cxn ang="0">
                  <a:pos x="80" y="491"/>
                </a:cxn>
                <a:cxn ang="0">
                  <a:pos x="107" y="491"/>
                </a:cxn>
                <a:cxn ang="0">
                  <a:pos x="120" y="285"/>
                </a:cxn>
                <a:cxn ang="0">
                  <a:pos x="134" y="253"/>
                </a:cxn>
                <a:cxn ang="0">
                  <a:pos x="150" y="284"/>
                </a:cxn>
                <a:cxn ang="0">
                  <a:pos x="173" y="491"/>
                </a:cxn>
                <a:cxn ang="0">
                  <a:pos x="194" y="491"/>
                </a:cxn>
                <a:cxn ang="0">
                  <a:pos x="194" y="199"/>
                </a:cxn>
                <a:cxn ang="0">
                  <a:pos x="201" y="169"/>
                </a:cxn>
                <a:cxn ang="0">
                  <a:pos x="240" y="133"/>
                </a:cxn>
                <a:cxn ang="0">
                  <a:pos x="225" y="109"/>
                </a:cxn>
                <a:cxn ang="0">
                  <a:pos x="209" y="129"/>
                </a:cxn>
                <a:cxn ang="0">
                  <a:pos x="214" y="93"/>
                </a:cxn>
                <a:cxn ang="0">
                  <a:pos x="179" y="30"/>
                </a:cxn>
                <a:cxn ang="0">
                  <a:pos x="187" y="4"/>
                </a:cxn>
                <a:cxn ang="0">
                  <a:pos x="170" y="1"/>
                </a:cxn>
                <a:cxn ang="0">
                  <a:pos x="164" y="3"/>
                </a:cxn>
                <a:cxn ang="0">
                  <a:pos x="149" y="178"/>
                </a:cxn>
                <a:cxn ang="0">
                  <a:pos x="121" y="179"/>
                </a:cxn>
                <a:cxn ang="0">
                  <a:pos x="102" y="3"/>
                </a:cxn>
                <a:cxn ang="0">
                  <a:pos x="94" y="0"/>
                </a:cxn>
              </a:cxnLst>
              <a:rect l="0" t="0" r="r" b="b"/>
              <a:pathLst>
                <a:path w="240" h="491">
                  <a:moveTo>
                    <a:pt x="58" y="134"/>
                  </a:moveTo>
                  <a:cubicBezTo>
                    <a:pt x="50" y="113"/>
                    <a:pt x="41" y="86"/>
                    <a:pt x="41" y="81"/>
                  </a:cubicBezTo>
                  <a:cubicBezTo>
                    <a:pt x="41" y="76"/>
                    <a:pt x="44" y="67"/>
                    <a:pt x="47" y="58"/>
                  </a:cubicBezTo>
                  <a:cubicBezTo>
                    <a:pt x="58" y="134"/>
                    <a:pt x="58" y="134"/>
                    <a:pt x="58" y="134"/>
                  </a:cubicBezTo>
                  <a:moveTo>
                    <a:pt x="94" y="0"/>
                  </a:moveTo>
                  <a:cubicBezTo>
                    <a:pt x="80" y="0"/>
                    <a:pt x="52" y="12"/>
                    <a:pt x="41" y="19"/>
                  </a:cubicBezTo>
                  <a:cubicBezTo>
                    <a:pt x="28" y="29"/>
                    <a:pt x="0" y="71"/>
                    <a:pt x="1" y="81"/>
                  </a:cubicBezTo>
                  <a:cubicBezTo>
                    <a:pt x="2" y="90"/>
                    <a:pt x="53" y="165"/>
                    <a:pt x="65" y="183"/>
                  </a:cubicBezTo>
                  <a:cubicBezTo>
                    <a:pt x="67" y="200"/>
                    <a:pt x="67" y="200"/>
                    <a:pt x="67" y="200"/>
                  </a:cubicBezTo>
                  <a:cubicBezTo>
                    <a:pt x="80" y="491"/>
                    <a:pt x="80" y="491"/>
                    <a:pt x="80" y="491"/>
                  </a:cubicBezTo>
                  <a:cubicBezTo>
                    <a:pt x="107" y="491"/>
                    <a:pt x="107" y="491"/>
                    <a:pt x="107" y="491"/>
                  </a:cubicBezTo>
                  <a:cubicBezTo>
                    <a:pt x="107" y="491"/>
                    <a:pt x="117" y="329"/>
                    <a:pt x="120" y="285"/>
                  </a:cubicBezTo>
                  <a:cubicBezTo>
                    <a:pt x="121" y="263"/>
                    <a:pt x="127" y="253"/>
                    <a:pt x="134" y="253"/>
                  </a:cubicBezTo>
                  <a:cubicBezTo>
                    <a:pt x="140" y="253"/>
                    <a:pt x="148" y="264"/>
                    <a:pt x="150" y="284"/>
                  </a:cubicBezTo>
                  <a:cubicBezTo>
                    <a:pt x="154" y="324"/>
                    <a:pt x="173" y="491"/>
                    <a:pt x="173" y="491"/>
                  </a:cubicBezTo>
                  <a:cubicBezTo>
                    <a:pt x="194" y="491"/>
                    <a:pt x="194" y="491"/>
                    <a:pt x="194" y="491"/>
                  </a:cubicBezTo>
                  <a:cubicBezTo>
                    <a:pt x="194" y="199"/>
                    <a:pt x="194" y="199"/>
                    <a:pt x="194" y="199"/>
                  </a:cubicBezTo>
                  <a:cubicBezTo>
                    <a:pt x="201" y="169"/>
                    <a:pt x="201" y="169"/>
                    <a:pt x="201" y="169"/>
                  </a:cubicBezTo>
                  <a:cubicBezTo>
                    <a:pt x="201" y="169"/>
                    <a:pt x="222" y="150"/>
                    <a:pt x="240" y="133"/>
                  </a:cubicBezTo>
                  <a:cubicBezTo>
                    <a:pt x="234" y="125"/>
                    <a:pt x="229" y="117"/>
                    <a:pt x="225" y="109"/>
                  </a:cubicBezTo>
                  <a:cubicBezTo>
                    <a:pt x="221" y="117"/>
                    <a:pt x="209" y="129"/>
                    <a:pt x="209" y="129"/>
                  </a:cubicBezTo>
                  <a:cubicBezTo>
                    <a:pt x="214" y="93"/>
                    <a:pt x="214" y="93"/>
                    <a:pt x="214" y="93"/>
                  </a:cubicBezTo>
                  <a:cubicBezTo>
                    <a:pt x="181" y="41"/>
                    <a:pt x="180" y="35"/>
                    <a:pt x="179" y="30"/>
                  </a:cubicBezTo>
                  <a:cubicBezTo>
                    <a:pt x="179" y="23"/>
                    <a:pt x="182" y="14"/>
                    <a:pt x="187" y="4"/>
                  </a:cubicBezTo>
                  <a:cubicBezTo>
                    <a:pt x="180" y="2"/>
                    <a:pt x="175" y="1"/>
                    <a:pt x="170" y="1"/>
                  </a:cubicBezTo>
                  <a:cubicBezTo>
                    <a:pt x="167" y="1"/>
                    <a:pt x="165" y="1"/>
                    <a:pt x="164" y="3"/>
                  </a:cubicBezTo>
                  <a:cubicBezTo>
                    <a:pt x="160" y="12"/>
                    <a:pt x="158" y="178"/>
                    <a:pt x="149" y="178"/>
                  </a:cubicBezTo>
                  <a:cubicBezTo>
                    <a:pt x="139" y="178"/>
                    <a:pt x="136" y="179"/>
                    <a:pt x="121" y="179"/>
                  </a:cubicBezTo>
                  <a:cubicBezTo>
                    <a:pt x="106" y="179"/>
                    <a:pt x="106" y="13"/>
                    <a:pt x="102" y="3"/>
                  </a:cubicBezTo>
                  <a:cubicBezTo>
                    <a:pt x="101" y="1"/>
                    <a:pt x="98" y="0"/>
                    <a:pt x="94" y="0"/>
                  </a:cubicBezTo>
                </a:path>
              </a:pathLst>
            </a:cu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grpSp>
      <p:grpSp>
        <p:nvGrpSpPr>
          <p:cNvPr id="13" name="组合 12"/>
          <p:cNvGrpSpPr/>
          <p:nvPr/>
        </p:nvGrpSpPr>
        <p:grpSpPr>
          <a:xfrm>
            <a:off x="3450098" y="2871969"/>
            <a:ext cx="1185697" cy="3416870"/>
            <a:chOff x="3450098" y="2871969"/>
            <a:chExt cx="1185697" cy="3416870"/>
          </a:xfrm>
          <a:solidFill>
            <a:srgbClr val="01B5EE"/>
          </a:solidFill>
        </p:grpSpPr>
        <p:sp>
          <p:nvSpPr>
            <p:cNvPr id="14" name="Freeform 1221"/>
            <p:cNvSpPr/>
            <p:nvPr/>
          </p:nvSpPr>
          <p:spPr bwMode="auto">
            <a:xfrm>
              <a:off x="3894736" y="3479776"/>
              <a:ext cx="133869" cy="930878"/>
            </a:xfrm>
            <a:custGeom>
              <a:avLst/>
              <a:gdLst/>
              <a:ahLst/>
              <a:cxnLst>
                <a:cxn ang="0">
                  <a:pos x="13" y="162"/>
                </a:cxn>
                <a:cxn ang="0">
                  <a:pos x="27" y="150"/>
                </a:cxn>
                <a:cxn ang="0">
                  <a:pos x="14" y="17"/>
                </a:cxn>
                <a:cxn ang="0">
                  <a:pos x="18" y="7"/>
                </a:cxn>
                <a:cxn ang="0">
                  <a:pos x="14" y="1"/>
                </a:cxn>
                <a:cxn ang="0">
                  <a:pos x="9" y="8"/>
                </a:cxn>
                <a:cxn ang="0">
                  <a:pos x="13" y="17"/>
                </a:cxn>
                <a:cxn ang="0">
                  <a:pos x="0" y="149"/>
                </a:cxn>
                <a:cxn ang="0">
                  <a:pos x="13" y="162"/>
                </a:cxn>
              </a:cxnLst>
              <a:rect l="0" t="0" r="r" b="b"/>
              <a:pathLst>
                <a:path w="27" h="162">
                  <a:moveTo>
                    <a:pt x="13" y="162"/>
                  </a:moveTo>
                  <a:cubicBezTo>
                    <a:pt x="27" y="150"/>
                    <a:pt x="27" y="150"/>
                    <a:pt x="27" y="150"/>
                  </a:cubicBezTo>
                  <a:cubicBezTo>
                    <a:pt x="14" y="17"/>
                    <a:pt x="14" y="17"/>
                    <a:pt x="14" y="17"/>
                  </a:cubicBezTo>
                  <a:cubicBezTo>
                    <a:pt x="15" y="15"/>
                    <a:pt x="18" y="9"/>
                    <a:pt x="18" y="7"/>
                  </a:cubicBezTo>
                  <a:cubicBezTo>
                    <a:pt x="18" y="5"/>
                    <a:pt x="15" y="0"/>
                    <a:pt x="14" y="1"/>
                  </a:cubicBezTo>
                  <a:cubicBezTo>
                    <a:pt x="12" y="1"/>
                    <a:pt x="9" y="5"/>
                    <a:pt x="9" y="8"/>
                  </a:cubicBezTo>
                  <a:cubicBezTo>
                    <a:pt x="9" y="9"/>
                    <a:pt x="12" y="15"/>
                    <a:pt x="13" y="17"/>
                  </a:cubicBezTo>
                  <a:cubicBezTo>
                    <a:pt x="0" y="149"/>
                    <a:pt x="0" y="149"/>
                    <a:pt x="0" y="149"/>
                  </a:cubicBezTo>
                  <a:lnTo>
                    <a:pt x="13" y="162"/>
                  </a:lnTo>
                  <a:close/>
                </a:path>
              </a:pathLst>
            </a:cu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sp>
          <p:nvSpPr>
            <p:cNvPr id="17" name="Oval 1222"/>
            <p:cNvSpPr>
              <a:spLocks noChangeArrowheads="1"/>
            </p:cNvSpPr>
            <p:nvPr/>
          </p:nvSpPr>
          <p:spPr bwMode="auto">
            <a:xfrm>
              <a:off x="3765646" y="2871969"/>
              <a:ext cx="392045" cy="454489"/>
            </a:xfrm>
            <a:prstGeom prst="ellipse">
              <a:avLst/>
            </a:pr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sp>
          <p:nvSpPr>
            <p:cNvPr id="18" name="Freeform 1223"/>
            <p:cNvSpPr>
              <a:spLocks noEditPoints="1"/>
            </p:cNvSpPr>
            <p:nvPr/>
          </p:nvSpPr>
          <p:spPr bwMode="auto">
            <a:xfrm>
              <a:off x="3450098" y="3435970"/>
              <a:ext cx="1185697" cy="2852869"/>
            </a:xfrm>
            <a:custGeom>
              <a:avLst/>
              <a:gdLst/>
              <a:ahLst/>
              <a:cxnLst>
                <a:cxn ang="0">
                  <a:pos x="194" y="26"/>
                </a:cxn>
                <a:cxn ang="0">
                  <a:pos x="134" y="9"/>
                </a:cxn>
                <a:cxn ang="0">
                  <a:pos x="118" y="184"/>
                </a:cxn>
                <a:cxn ang="0">
                  <a:pos x="90" y="185"/>
                </a:cxn>
                <a:cxn ang="0">
                  <a:pos x="71" y="9"/>
                </a:cxn>
                <a:cxn ang="0">
                  <a:pos x="50" y="9"/>
                </a:cxn>
                <a:cxn ang="0">
                  <a:pos x="64" y="70"/>
                </a:cxn>
                <a:cxn ang="0">
                  <a:pos x="24" y="116"/>
                </a:cxn>
                <a:cxn ang="0">
                  <a:pos x="27" y="140"/>
                </a:cxn>
                <a:cxn ang="0">
                  <a:pos x="20" y="120"/>
                </a:cxn>
                <a:cxn ang="0">
                  <a:pos x="0" y="138"/>
                </a:cxn>
                <a:cxn ang="0">
                  <a:pos x="34" y="189"/>
                </a:cxn>
                <a:cxn ang="0">
                  <a:pos x="37" y="206"/>
                </a:cxn>
                <a:cxn ang="0">
                  <a:pos x="50" y="497"/>
                </a:cxn>
                <a:cxn ang="0">
                  <a:pos x="76" y="497"/>
                </a:cxn>
                <a:cxn ang="0">
                  <a:pos x="89" y="291"/>
                </a:cxn>
                <a:cxn ang="0">
                  <a:pos x="119" y="290"/>
                </a:cxn>
                <a:cxn ang="0">
                  <a:pos x="142" y="497"/>
                </a:cxn>
                <a:cxn ang="0">
                  <a:pos x="163" y="497"/>
                </a:cxn>
                <a:cxn ang="0">
                  <a:pos x="163" y="205"/>
                </a:cxn>
                <a:cxn ang="0">
                  <a:pos x="170" y="175"/>
                </a:cxn>
                <a:cxn ang="0">
                  <a:pos x="233" y="113"/>
                </a:cxn>
                <a:cxn ang="0">
                  <a:pos x="194" y="26"/>
                </a:cxn>
                <a:cxn ang="0">
                  <a:pos x="195" y="113"/>
                </a:cxn>
                <a:cxn ang="0">
                  <a:pos x="178" y="135"/>
                </a:cxn>
                <a:cxn ang="0">
                  <a:pos x="185" y="85"/>
                </a:cxn>
                <a:cxn ang="0">
                  <a:pos x="195" y="113"/>
                </a:cxn>
              </a:cxnLst>
              <a:rect l="0" t="0" r="r" b="b"/>
              <a:pathLst>
                <a:path w="237" h="497">
                  <a:moveTo>
                    <a:pt x="194" y="26"/>
                  </a:moveTo>
                  <a:cubicBezTo>
                    <a:pt x="183" y="18"/>
                    <a:pt x="138" y="0"/>
                    <a:pt x="134" y="9"/>
                  </a:cubicBezTo>
                  <a:cubicBezTo>
                    <a:pt x="130" y="18"/>
                    <a:pt x="128" y="184"/>
                    <a:pt x="118" y="184"/>
                  </a:cubicBezTo>
                  <a:cubicBezTo>
                    <a:pt x="109" y="184"/>
                    <a:pt x="105" y="185"/>
                    <a:pt x="90" y="185"/>
                  </a:cubicBezTo>
                  <a:cubicBezTo>
                    <a:pt x="75" y="185"/>
                    <a:pt x="75" y="19"/>
                    <a:pt x="71" y="9"/>
                  </a:cubicBezTo>
                  <a:cubicBezTo>
                    <a:pt x="69" y="5"/>
                    <a:pt x="60" y="6"/>
                    <a:pt x="50" y="9"/>
                  </a:cubicBezTo>
                  <a:cubicBezTo>
                    <a:pt x="69" y="54"/>
                    <a:pt x="66" y="65"/>
                    <a:pt x="64" y="70"/>
                  </a:cubicBezTo>
                  <a:cubicBezTo>
                    <a:pt x="61" y="80"/>
                    <a:pt x="43" y="99"/>
                    <a:pt x="24" y="116"/>
                  </a:cubicBezTo>
                  <a:cubicBezTo>
                    <a:pt x="27" y="140"/>
                    <a:pt x="27" y="140"/>
                    <a:pt x="27" y="140"/>
                  </a:cubicBezTo>
                  <a:cubicBezTo>
                    <a:pt x="25" y="134"/>
                    <a:pt x="22" y="127"/>
                    <a:pt x="20" y="120"/>
                  </a:cubicBezTo>
                  <a:cubicBezTo>
                    <a:pt x="13" y="126"/>
                    <a:pt x="6" y="132"/>
                    <a:pt x="0" y="138"/>
                  </a:cubicBezTo>
                  <a:cubicBezTo>
                    <a:pt x="14" y="159"/>
                    <a:pt x="29" y="180"/>
                    <a:pt x="34" y="189"/>
                  </a:cubicBezTo>
                  <a:cubicBezTo>
                    <a:pt x="37" y="206"/>
                    <a:pt x="37" y="206"/>
                    <a:pt x="37" y="206"/>
                  </a:cubicBezTo>
                  <a:cubicBezTo>
                    <a:pt x="50" y="497"/>
                    <a:pt x="50" y="497"/>
                    <a:pt x="50" y="497"/>
                  </a:cubicBezTo>
                  <a:cubicBezTo>
                    <a:pt x="76" y="497"/>
                    <a:pt x="76" y="497"/>
                    <a:pt x="76" y="497"/>
                  </a:cubicBezTo>
                  <a:cubicBezTo>
                    <a:pt x="76" y="497"/>
                    <a:pt x="86" y="335"/>
                    <a:pt x="89" y="291"/>
                  </a:cubicBezTo>
                  <a:cubicBezTo>
                    <a:pt x="92" y="247"/>
                    <a:pt x="115" y="251"/>
                    <a:pt x="119" y="290"/>
                  </a:cubicBezTo>
                  <a:cubicBezTo>
                    <a:pt x="123" y="330"/>
                    <a:pt x="142" y="497"/>
                    <a:pt x="142" y="497"/>
                  </a:cubicBezTo>
                  <a:cubicBezTo>
                    <a:pt x="163" y="497"/>
                    <a:pt x="163" y="497"/>
                    <a:pt x="163" y="497"/>
                  </a:cubicBezTo>
                  <a:cubicBezTo>
                    <a:pt x="163" y="205"/>
                    <a:pt x="163" y="205"/>
                    <a:pt x="163" y="205"/>
                  </a:cubicBezTo>
                  <a:cubicBezTo>
                    <a:pt x="170" y="175"/>
                    <a:pt x="170" y="175"/>
                    <a:pt x="170" y="175"/>
                  </a:cubicBezTo>
                  <a:cubicBezTo>
                    <a:pt x="170" y="175"/>
                    <a:pt x="229" y="124"/>
                    <a:pt x="233" y="113"/>
                  </a:cubicBezTo>
                  <a:cubicBezTo>
                    <a:pt x="237" y="102"/>
                    <a:pt x="206" y="33"/>
                    <a:pt x="194" y="26"/>
                  </a:cubicBezTo>
                  <a:close/>
                  <a:moveTo>
                    <a:pt x="195" y="113"/>
                  </a:moveTo>
                  <a:cubicBezTo>
                    <a:pt x="193" y="121"/>
                    <a:pt x="178" y="135"/>
                    <a:pt x="178" y="135"/>
                  </a:cubicBezTo>
                  <a:cubicBezTo>
                    <a:pt x="185" y="85"/>
                    <a:pt x="185" y="85"/>
                    <a:pt x="185" y="85"/>
                  </a:cubicBezTo>
                  <a:cubicBezTo>
                    <a:pt x="185" y="85"/>
                    <a:pt x="196" y="106"/>
                    <a:pt x="195" y="113"/>
                  </a:cubicBezTo>
                  <a:close/>
                </a:path>
              </a:pathLst>
            </a:cu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grpSp>
      <p:grpSp>
        <p:nvGrpSpPr>
          <p:cNvPr id="19" name="组合 18"/>
          <p:cNvGrpSpPr/>
          <p:nvPr/>
        </p:nvGrpSpPr>
        <p:grpSpPr>
          <a:xfrm>
            <a:off x="2178341" y="2428431"/>
            <a:ext cx="1515591" cy="3871359"/>
            <a:chOff x="2178341" y="2428431"/>
            <a:chExt cx="1515591" cy="3871359"/>
          </a:xfrm>
          <a:solidFill>
            <a:srgbClr val="086DB8"/>
          </a:solidFill>
        </p:grpSpPr>
        <p:sp>
          <p:nvSpPr>
            <p:cNvPr id="20" name="Freeform 1224"/>
            <p:cNvSpPr/>
            <p:nvPr/>
          </p:nvSpPr>
          <p:spPr bwMode="auto">
            <a:xfrm>
              <a:off x="2857249" y="3200514"/>
              <a:ext cx="148214" cy="969210"/>
            </a:xfrm>
            <a:custGeom>
              <a:avLst/>
              <a:gdLst/>
              <a:ahLst/>
              <a:cxnLst>
                <a:cxn ang="0">
                  <a:pos x="0" y="161"/>
                </a:cxn>
                <a:cxn ang="0">
                  <a:pos x="16" y="177"/>
                </a:cxn>
                <a:cxn ang="0">
                  <a:pos x="31" y="162"/>
                </a:cxn>
                <a:cxn ang="0">
                  <a:pos x="16" y="0"/>
                </a:cxn>
                <a:cxn ang="0">
                  <a:pos x="0" y="161"/>
                </a:cxn>
              </a:cxnLst>
              <a:rect l="0" t="0" r="r" b="b"/>
              <a:pathLst>
                <a:path w="31" h="177">
                  <a:moveTo>
                    <a:pt x="0" y="161"/>
                  </a:moveTo>
                  <a:lnTo>
                    <a:pt x="16" y="177"/>
                  </a:lnTo>
                  <a:lnTo>
                    <a:pt x="31" y="162"/>
                  </a:lnTo>
                  <a:lnTo>
                    <a:pt x="16" y="0"/>
                  </a:lnTo>
                  <a:lnTo>
                    <a:pt x="0" y="161"/>
                  </a:lnTo>
                  <a:close/>
                </a:path>
              </a:pathLst>
            </a:cu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sp>
          <p:nvSpPr>
            <p:cNvPr id="21" name="Freeform 1225"/>
            <p:cNvSpPr/>
            <p:nvPr/>
          </p:nvSpPr>
          <p:spPr bwMode="auto">
            <a:xfrm>
              <a:off x="2909842" y="3118376"/>
              <a:ext cx="47810" cy="114993"/>
            </a:xfrm>
            <a:custGeom>
              <a:avLst/>
              <a:gdLst/>
              <a:ahLst/>
              <a:cxnLst>
                <a:cxn ang="0">
                  <a:pos x="0" y="8"/>
                </a:cxn>
                <a:cxn ang="0">
                  <a:pos x="4" y="20"/>
                </a:cxn>
                <a:cxn ang="0">
                  <a:pos x="9" y="8"/>
                </a:cxn>
                <a:cxn ang="0">
                  <a:pos x="5" y="1"/>
                </a:cxn>
                <a:cxn ang="0">
                  <a:pos x="0" y="8"/>
                </a:cxn>
              </a:cxnLst>
              <a:rect l="0" t="0" r="r" b="b"/>
              <a:pathLst>
                <a:path w="9" h="20">
                  <a:moveTo>
                    <a:pt x="0" y="8"/>
                  </a:moveTo>
                  <a:cubicBezTo>
                    <a:pt x="0" y="11"/>
                    <a:pt x="4" y="20"/>
                    <a:pt x="4" y="20"/>
                  </a:cubicBezTo>
                  <a:cubicBezTo>
                    <a:pt x="4" y="20"/>
                    <a:pt x="9" y="11"/>
                    <a:pt x="9" y="8"/>
                  </a:cubicBezTo>
                  <a:cubicBezTo>
                    <a:pt x="9" y="5"/>
                    <a:pt x="6" y="0"/>
                    <a:pt x="5" y="1"/>
                  </a:cubicBezTo>
                  <a:cubicBezTo>
                    <a:pt x="3" y="1"/>
                    <a:pt x="0" y="6"/>
                    <a:pt x="0" y="8"/>
                  </a:cubicBezTo>
                  <a:close/>
                </a:path>
              </a:pathLst>
            </a:cu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sp>
          <p:nvSpPr>
            <p:cNvPr id="22" name="Freeform 1226"/>
            <p:cNvSpPr>
              <a:spLocks noEditPoints="1"/>
            </p:cNvSpPr>
            <p:nvPr/>
          </p:nvSpPr>
          <p:spPr bwMode="auto">
            <a:xfrm>
              <a:off x="2178341" y="3063618"/>
              <a:ext cx="1515591" cy="3236172"/>
            </a:xfrm>
            <a:custGeom>
              <a:avLst/>
              <a:gdLst/>
              <a:ahLst/>
              <a:cxnLst>
                <a:cxn ang="0">
                  <a:pos x="254" y="30"/>
                </a:cxn>
                <a:cxn ang="0">
                  <a:pos x="186" y="11"/>
                </a:cxn>
                <a:cxn ang="0">
                  <a:pos x="168" y="209"/>
                </a:cxn>
                <a:cxn ang="0">
                  <a:pos x="136" y="210"/>
                </a:cxn>
                <a:cxn ang="0">
                  <a:pos x="115" y="12"/>
                </a:cxn>
                <a:cxn ang="0">
                  <a:pos x="47" y="30"/>
                </a:cxn>
                <a:cxn ang="0">
                  <a:pos x="1" y="99"/>
                </a:cxn>
                <a:cxn ang="0">
                  <a:pos x="73" y="214"/>
                </a:cxn>
                <a:cxn ang="0">
                  <a:pos x="76" y="235"/>
                </a:cxn>
                <a:cxn ang="0">
                  <a:pos x="91" y="564"/>
                </a:cxn>
                <a:cxn ang="0">
                  <a:pos x="121" y="564"/>
                </a:cxn>
                <a:cxn ang="0">
                  <a:pos x="135" y="330"/>
                </a:cxn>
                <a:cxn ang="0">
                  <a:pos x="169" y="330"/>
                </a:cxn>
                <a:cxn ang="0">
                  <a:pos x="195" y="564"/>
                </a:cxn>
                <a:cxn ang="0">
                  <a:pos x="220" y="564"/>
                </a:cxn>
                <a:cxn ang="0">
                  <a:pos x="220" y="233"/>
                </a:cxn>
                <a:cxn ang="0">
                  <a:pos x="227" y="198"/>
                </a:cxn>
                <a:cxn ang="0">
                  <a:pos x="298" y="129"/>
                </a:cxn>
                <a:cxn ang="0">
                  <a:pos x="254" y="30"/>
                </a:cxn>
                <a:cxn ang="0">
                  <a:pos x="46" y="99"/>
                </a:cxn>
                <a:cxn ang="0">
                  <a:pos x="53" y="73"/>
                </a:cxn>
                <a:cxn ang="0">
                  <a:pos x="65" y="159"/>
                </a:cxn>
                <a:cxn ang="0">
                  <a:pos x="46" y="99"/>
                </a:cxn>
                <a:cxn ang="0">
                  <a:pos x="255" y="129"/>
                </a:cxn>
                <a:cxn ang="0">
                  <a:pos x="236" y="153"/>
                </a:cxn>
                <a:cxn ang="0">
                  <a:pos x="244" y="97"/>
                </a:cxn>
                <a:cxn ang="0">
                  <a:pos x="255" y="129"/>
                </a:cxn>
              </a:cxnLst>
              <a:rect l="0" t="0" r="r" b="b"/>
              <a:pathLst>
                <a:path w="302" h="564">
                  <a:moveTo>
                    <a:pt x="254" y="30"/>
                  </a:moveTo>
                  <a:cubicBezTo>
                    <a:pt x="241" y="22"/>
                    <a:pt x="190" y="1"/>
                    <a:pt x="186" y="11"/>
                  </a:cubicBezTo>
                  <a:cubicBezTo>
                    <a:pt x="181" y="21"/>
                    <a:pt x="179" y="209"/>
                    <a:pt x="168" y="209"/>
                  </a:cubicBezTo>
                  <a:cubicBezTo>
                    <a:pt x="157" y="209"/>
                    <a:pt x="153" y="210"/>
                    <a:pt x="136" y="210"/>
                  </a:cubicBezTo>
                  <a:cubicBezTo>
                    <a:pt x="120" y="210"/>
                    <a:pt x="119" y="23"/>
                    <a:pt x="115" y="12"/>
                  </a:cubicBezTo>
                  <a:cubicBezTo>
                    <a:pt x="111" y="0"/>
                    <a:pt x="62" y="19"/>
                    <a:pt x="47" y="30"/>
                  </a:cubicBezTo>
                  <a:cubicBezTo>
                    <a:pt x="32" y="40"/>
                    <a:pt x="0" y="88"/>
                    <a:pt x="1" y="99"/>
                  </a:cubicBezTo>
                  <a:cubicBezTo>
                    <a:pt x="2" y="109"/>
                    <a:pt x="60" y="194"/>
                    <a:pt x="73" y="214"/>
                  </a:cubicBezTo>
                  <a:cubicBezTo>
                    <a:pt x="76" y="235"/>
                    <a:pt x="76" y="235"/>
                    <a:pt x="76" y="235"/>
                  </a:cubicBezTo>
                  <a:cubicBezTo>
                    <a:pt x="91" y="564"/>
                    <a:pt x="91" y="564"/>
                    <a:pt x="91" y="564"/>
                  </a:cubicBezTo>
                  <a:cubicBezTo>
                    <a:pt x="121" y="564"/>
                    <a:pt x="121" y="564"/>
                    <a:pt x="121" y="564"/>
                  </a:cubicBezTo>
                  <a:cubicBezTo>
                    <a:pt x="121" y="564"/>
                    <a:pt x="132" y="380"/>
                    <a:pt x="135" y="330"/>
                  </a:cubicBezTo>
                  <a:cubicBezTo>
                    <a:pt x="138" y="280"/>
                    <a:pt x="164" y="285"/>
                    <a:pt x="169" y="330"/>
                  </a:cubicBezTo>
                  <a:cubicBezTo>
                    <a:pt x="174" y="375"/>
                    <a:pt x="195" y="564"/>
                    <a:pt x="195" y="564"/>
                  </a:cubicBezTo>
                  <a:cubicBezTo>
                    <a:pt x="220" y="564"/>
                    <a:pt x="220" y="564"/>
                    <a:pt x="220" y="564"/>
                  </a:cubicBezTo>
                  <a:cubicBezTo>
                    <a:pt x="220" y="233"/>
                    <a:pt x="220" y="233"/>
                    <a:pt x="220" y="233"/>
                  </a:cubicBezTo>
                  <a:cubicBezTo>
                    <a:pt x="227" y="198"/>
                    <a:pt x="227" y="198"/>
                    <a:pt x="227" y="198"/>
                  </a:cubicBezTo>
                  <a:cubicBezTo>
                    <a:pt x="227" y="198"/>
                    <a:pt x="294" y="141"/>
                    <a:pt x="298" y="129"/>
                  </a:cubicBezTo>
                  <a:cubicBezTo>
                    <a:pt x="302" y="116"/>
                    <a:pt x="267" y="39"/>
                    <a:pt x="254" y="30"/>
                  </a:cubicBezTo>
                  <a:close/>
                  <a:moveTo>
                    <a:pt x="46" y="99"/>
                  </a:moveTo>
                  <a:cubicBezTo>
                    <a:pt x="46" y="94"/>
                    <a:pt x="49" y="83"/>
                    <a:pt x="53" y="73"/>
                  </a:cubicBezTo>
                  <a:cubicBezTo>
                    <a:pt x="65" y="159"/>
                    <a:pt x="65" y="159"/>
                    <a:pt x="65" y="159"/>
                  </a:cubicBezTo>
                  <a:cubicBezTo>
                    <a:pt x="57" y="136"/>
                    <a:pt x="46" y="105"/>
                    <a:pt x="46" y="99"/>
                  </a:cubicBezTo>
                  <a:close/>
                  <a:moveTo>
                    <a:pt x="255" y="129"/>
                  </a:moveTo>
                  <a:cubicBezTo>
                    <a:pt x="253" y="137"/>
                    <a:pt x="236" y="153"/>
                    <a:pt x="236" y="153"/>
                  </a:cubicBezTo>
                  <a:cubicBezTo>
                    <a:pt x="244" y="97"/>
                    <a:pt x="244" y="97"/>
                    <a:pt x="244" y="97"/>
                  </a:cubicBezTo>
                  <a:cubicBezTo>
                    <a:pt x="244" y="97"/>
                    <a:pt x="256" y="120"/>
                    <a:pt x="255" y="129"/>
                  </a:cubicBezTo>
                  <a:close/>
                </a:path>
              </a:pathLst>
            </a:cu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sp>
          <p:nvSpPr>
            <p:cNvPr id="23" name="Oval 1227"/>
            <p:cNvSpPr>
              <a:spLocks noChangeArrowheads="1"/>
            </p:cNvSpPr>
            <p:nvPr/>
          </p:nvSpPr>
          <p:spPr bwMode="auto">
            <a:xfrm>
              <a:off x="2713818" y="2428431"/>
              <a:ext cx="444638" cy="520198"/>
            </a:xfrm>
            <a:prstGeom prst="ellipse">
              <a:avLst/>
            </a:prstGeom>
            <a:grpFill/>
            <a:ln w="9525">
              <a:noFill/>
              <a:round/>
            </a:ln>
          </p:spPr>
          <p:txBody>
            <a:bodyPr vert="horz" wrap="square" lIns="121920" tIns="60960" rIns="121920" bIns="60960" numCol="1" anchor="t" anchorCtr="0" compatLnSpc="1"/>
            <a:lstStyle/>
            <a:p>
              <a:endParaRPr lang="en-US" sz="2400">
                <a:latin typeface="Arial" panose="020B0604020202020204" pitchFamily="34" charset="0"/>
                <a:cs typeface="Arial" panose="020B0604020202020204" pitchFamily="34" charset="0"/>
              </a:endParaRPr>
            </a:p>
          </p:txBody>
        </p:sp>
      </p:grpSp>
      <p:sp>
        <p:nvSpPr>
          <p:cNvPr id="24" name="Oval 10"/>
          <p:cNvSpPr/>
          <p:nvPr/>
        </p:nvSpPr>
        <p:spPr>
          <a:xfrm>
            <a:off x="4861918" y="2090340"/>
            <a:ext cx="562678" cy="562677"/>
          </a:xfrm>
          <a:prstGeom prst="ellipse">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5" name="Oval 10"/>
          <p:cNvSpPr/>
          <p:nvPr/>
        </p:nvSpPr>
        <p:spPr>
          <a:xfrm>
            <a:off x="4917163" y="3322427"/>
            <a:ext cx="562678" cy="562677"/>
          </a:xfrm>
          <a:prstGeom prst="ellipse">
            <a:avLst/>
          </a:prstGeom>
          <a:solidFill>
            <a:srgbClr val="01B5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6" name="Oval 10"/>
          <p:cNvSpPr/>
          <p:nvPr/>
        </p:nvSpPr>
        <p:spPr>
          <a:xfrm>
            <a:off x="4917192" y="4735489"/>
            <a:ext cx="562678" cy="562677"/>
          </a:xfrm>
          <a:prstGeom prst="ellipse">
            <a:avLst/>
          </a:prstGeom>
          <a:solidFill>
            <a:srgbClr val="086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27" name="组合 26"/>
          <p:cNvGrpSpPr/>
          <p:nvPr/>
        </p:nvGrpSpPr>
        <p:grpSpPr>
          <a:xfrm>
            <a:off x="5599430" y="1615440"/>
            <a:ext cx="5155565" cy="1240927"/>
            <a:chOff x="1626835" y="2349127"/>
            <a:chExt cx="2492110" cy="1104122"/>
          </a:xfrm>
        </p:grpSpPr>
        <p:sp>
          <p:nvSpPr>
            <p:cNvPr id="28" name="文本框 27"/>
            <p:cNvSpPr txBox="1"/>
            <p:nvPr/>
          </p:nvSpPr>
          <p:spPr>
            <a:xfrm>
              <a:off x="1806000" y="2349127"/>
              <a:ext cx="2133781" cy="300012"/>
            </a:xfrm>
            <a:prstGeom prst="rect">
              <a:avLst/>
            </a:prstGeom>
            <a:noFill/>
          </p:spPr>
          <p:txBody>
            <a:bodyPr wrap="square" rtlCol="0">
              <a:spAutoFit/>
              <a:scene3d>
                <a:camera prst="orthographicFront"/>
                <a:lightRig rig="threePt" dir="t"/>
              </a:scene3d>
              <a:sp3d contourW="12700"/>
            </a:bodyPr>
            <a:lstStyle/>
            <a:p>
              <a:pPr algn="ctr"/>
              <a:r>
                <a:rPr lang="en-GB" altLang="en-US" sz="1600" b="1" smtClean="0">
                  <a:solidFill>
                    <a:schemeClr val="tx1">
                      <a:lumMod val="75000"/>
                      <a:lumOff val="25000"/>
                    </a:schemeClr>
                  </a:solidFill>
                  <a:latin typeface="Arial" panose="020B0604020202020204" pitchFamily="34" charset="0"/>
                  <a:cs typeface="Arial" panose="020B0604020202020204" pitchFamily="34" charset="0"/>
                </a:rPr>
                <a:t>What is </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29" name="文本框 28"/>
            <p:cNvSpPr txBox="1"/>
            <p:nvPr/>
          </p:nvSpPr>
          <p:spPr>
            <a:xfrm>
              <a:off x="1626835" y="2687681"/>
              <a:ext cx="2492110" cy="765568"/>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Socratic prompting is the practice of interrogating an AI model output rather than accepting it at face value. Developers use it to surface assumptions, test reasoning, expose edge cases, and improve the quality of generated answers or code.</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30" name="组合 29"/>
          <p:cNvGrpSpPr/>
          <p:nvPr/>
        </p:nvGrpSpPr>
        <p:grpSpPr>
          <a:xfrm>
            <a:off x="5869305" y="2985135"/>
            <a:ext cx="4886324" cy="1177290"/>
            <a:chOff x="1626835" y="2272301"/>
            <a:chExt cx="2912192" cy="1047320"/>
          </a:xfrm>
        </p:grpSpPr>
        <p:sp>
          <p:nvSpPr>
            <p:cNvPr id="31" name="文本框 30"/>
            <p:cNvSpPr txBox="1"/>
            <p:nvPr/>
          </p:nvSpPr>
          <p:spPr>
            <a:xfrm>
              <a:off x="2015663" y="2272301"/>
              <a:ext cx="2133781" cy="299961"/>
            </a:xfrm>
            <a:prstGeom prst="rect">
              <a:avLst/>
            </a:prstGeom>
            <a:noFill/>
          </p:spPr>
          <p:txBody>
            <a:bodyPr wrap="square" rtlCol="0">
              <a:spAutoFit/>
              <a:scene3d>
                <a:camera prst="orthographicFront"/>
                <a:lightRig rig="threePt" dir="t"/>
              </a:scene3d>
              <a:sp3d contourW="12700"/>
            </a:bodyPr>
            <a:lstStyle/>
            <a:p>
              <a:pPr algn="ctr"/>
              <a:r>
                <a:rPr lang="en-GB" altLang="en-US" sz="1600" b="1" smtClean="0">
                  <a:solidFill>
                    <a:schemeClr val="tx1">
                      <a:lumMod val="75000"/>
                      <a:lumOff val="25000"/>
                    </a:schemeClr>
                  </a:solidFill>
                  <a:latin typeface="Arial" panose="020B0604020202020204" pitchFamily="34" charset="0"/>
                  <a:cs typeface="Arial" panose="020B0604020202020204" pitchFamily="34" charset="0"/>
                </a:rPr>
                <a:t>Why to use</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2" name="文本框 31"/>
            <p:cNvSpPr txBox="1"/>
            <p:nvPr/>
          </p:nvSpPr>
          <p:spPr>
            <a:xfrm>
              <a:off x="1626835" y="2554185"/>
              <a:ext cx="2912192" cy="765436"/>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It builds critical thinking: It mimics a great teacher. Instead of handing you the answer, it helps you figure it out yourself.It uncovers hidden assumptions: It challenges your biases.It prevents "AI Hallucinations": It forces the AI to check its own work before giving a final response</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grpSp>
        <p:nvGrpSpPr>
          <p:cNvPr id="33" name="组合 32"/>
          <p:cNvGrpSpPr/>
          <p:nvPr/>
        </p:nvGrpSpPr>
        <p:grpSpPr>
          <a:xfrm>
            <a:off x="5749925" y="4354830"/>
            <a:ext cx="5184141" cy="1818005"/>
            <a:chOff x="1626835" y="2349127"/>
            <a:chExt cx="2798953" cy="1617397"/>
          </a:xfrm>
        </p:grpSpPr>
        <p:sp>
          <p:nvSpPr>
            <p:cNvPr id="34" name="文本框 33"/>
            <p:cNvSpPr txBox="1"/>
            <p:nvPr/>
          </p:nvSpPr>
          <p:spPr>
            <a:xfrm>
              <a:off x="1943136" y="2349127"/>
              <a:ext cx="2133781" cy="299978"/>
            </a:xfrm>
            <a:prstGeom prst="rect">
              <a:avLst/>
            </a:prstGeom>
            <a:noFill/>
          </p:spPr>
          <p:txBody>
            <a:bodyPr wrap="square" rtlCol="0">
              <a:spAutoFit/>
              <a:scene3d>
                <a:camera prst="orthographicFront"/>
                <a:lightRig rig="threePt" dir="t"/>
              </a:scene3d>
              <a:sp3d contourW="12700"/>
            </a:bodyPr>
            <a:lstStyle/>
            <a:p>
              <a:pPr algn="ctr"/>
              <a:r>
                <a:rPr lang="en-GB" altLang="en-US" sz="1600" b="1" dirty="0" smtClean="0">
                  <a:solidFill>
                    <a:schemeClr val="tx1">
                      <a:lumMod val="75000"/>
                      <a:lumOff val="25000"/>
                    </a:schemeClr>
                  </a:solidFill>
                  <a:latin typeface="Arial" panose="020B0604020202020204" pitchFamily="34" charset="0"/>
                  <a:cs typeface="Arial" panose="020B0604020202020204" pitchFamily="34" charset="0"/>
                </a:rPr>
                <a:t>When to use</a:t>
              </a:r>
              <a:endParaRPr lang="en-GB" altLang="en-US" sz="1600" b="1"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35" name="文本框 34"/>
            <p:cNvSpPr txBox="1"/>
            <p:nvPr/>
          </p:nvSpPr>
          <p:spPr>
            <a:xfrm>
              <a:off x="1626835" y="2687521"/>
              <a:ext cx="2798953" cy="1279003"/>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When learning something new: Use this when studying a complex subject (like law, math, or coding) so you truly learn the material instead of just memorizing it.</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When you are stuck on a problem: Use this for brainstorming when you are not sure where to start. The AI's questions will help you break down the problem.</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a:p>
              <a:pPr algn="ctr">
                <a:lnSpc>
                  <a:spcPct val="114000"/>
                </a:lnSpc>
              </a:pPr>
              <a:r>
                <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rPr>
                <a:t>When testing a big idea: Use this to critique your own business plan or project. Ask the AI: "What are the hidden assumptions in my plan?" or "What would make my idea fail?"</a:t>
              </a:r>
              <a:endParaRPr lang="en-US" altLang="en-US" sz="1100" dirty="0">
                <a:solidFill>
                  <a:schemeClr val="tx1">
                    <a:lumMod val="50000"/>
                    <a:lumOff val="50000"/>
                  </a:schemeClr>
                </a:solidFill>
                <a:latin typeface="Arial" panose="020B0604020202020204" pitchFamily="34" charset="0"/>
                <a:ea typeface="+mj-ea"/>
                <a:cs typeface="Arial" panose="020B0604020202020204" pitchFamily="34" charset="0"/>
              </a:endParaRPr>
            </a:p>
          </p:txBody>
        </p:sp>
      </p:grpSp>
      <p:sp>
        <p:nvSpPr>
          <p:cNvPr id="36" name="文本框 35"/>
          <p:cNvSpPr txBox="1"/>
          <p:nvPr/>
        </p:nvSpPr>
        <p:spPr>
          <a:xfrm>
            <a:off x="3449955" y="714375"/>
            <a:ext cx="5731510" cy="706755"/>
          </a:xfrm>
          <a:prstGeom prst="rect">
            <a:avLst/>
          </a:prstGeom>
          <a:noFill/>
        </p:spPr>
        <p:txBody>
          <a:bodyPr wrap="squar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Socratic Technique</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25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5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grpId="0" nodeType="withEffect">
                                  <p:stCondLst>
                                    <p:cond delay="25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par>
                          <p:cTn id="30" fill="hold">
                            <p:stCondLst>
                              <p:cond delay="1500"/>
                            </p:stCondLst>
                            <p:childTnLst>
                              <p:par>
                                <p:cTn id="31" presetID="10" presetClass="entr" presetSubtype="0" fill="hold"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500"/>
                                        <p:tgtEl>
                                          <p:spTgt spid="30"/>
                                        </p:tgtEl>
                                      </p:cBhvr>
                                    </p:animEffect>
                                  </p:childTnLst>
                                </p:cTn>
                              </p:par>
                              <p:par>
                                <p:cTn id="37" presetID="10"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childTnLst>
                          </p:cTn>
                        </p:par>
                        <p:par>
                          <p:cTn id="40" fill="hold">
                            <p:stCondLst>
                              <p:cond delay="2000"/>
                            </p:stCondLst>
                            <p:childTnLst>
                              <p:par>
                                <p:cTn id="41" presetID="50" presetClass="entr" presetSubtype="0" decel="100000" fill="hold" grpId="0" nodeType="afterEffect">
                                  <p:stCondLst>
                                    <p:cond delay="0"/>
                                  </p:stCondLst>
                                  <p:childTnLst>
                                    <p:set>
                                      <p:cBhvr>
                                        <p:cTn id="42" dur="1" fill="hold">
                                          <p:stCondLst>
                                            <p:cond delay="0"/>
                                          </p:stCondLst>
                                        </p:cTn>
                                        <p:tgtEl>
                                          <p:spTgt spid="36"/>
                                        </p:tgtEl>
                                        <p:attrNameLst>
                                          <p:attrName>style.visibility</p:attrName>
                                        </p:attrNameLst>
                                      </p:cBhvr>
                                      <p:to>
                                        <p:strVal val="visible"/>
                                      </p:to>
                                    </p:set>
                                    <p:anim calcmode="lin" valueType="num">
                                      <p:cBhvr>
                                        <p:cTn id="43" dur="1000" fill="hold"/>
                                        <p:tgtEl>
                                          <p:spTgt spid="36"/>
                                        </p:tgtEl>
                                        <p:attrNameLst>
                                          <p:attrName>ppt_w</p:attrName>
                                        </p:attrNameLst>
                                      </p:cBhvr>
                                      <p:tavLst>
                                        <p:tav tm="0">
                                          <p:val>
                                            <p:strVal val="#ppt_w+.3"/>
                                          </p:val>
                                        </p:tav>
                                        <p:tav tm="100000">
                                          <p:val>
                                            <p:strVal val="#ppt_w"/>
                                          </p:val>
                                        </p:tav>
                                      </p:tavLst>
                                    </p:anim>
                                    <p:anim calcmode="lin" valueType="num">
                                      <p:cBhvr>
                                        <p:cTn id="44" dur="1000" fill="hold"/>
                                        <p:tgtEl>
                                          <p:spTgt spid="36"/>
                                        </p:tgtEl>
                                        <p:attrNameLst>
                                          <p:attrName>ppt_h</p:attrName>
                                        </p:attrNameLst>
                                      </p:cBhvr>
                                      <p:tavLst>
                                        <p:tav tm="0">
                                          <p:val>
                                            <p:strVal val="#ppt_h"/>
                                          </p:val>
                                        </p:tav>
                                        <p:tav tm="100000">
                                          <p:val>
                                            <p:strVal val="#ppt_h"/>
                                          </p:val>
                                        </p:tav>
                                      </p:tavLst>
                                    </p:anim>
                                    <p:animEffect transition="in" filter="fade">
                                      <p:cBhvr>
                                        <p:cTn id="45"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5" grpId="0" bldLvl="0" animBg="1"/>
      <p:bldP spid="26" grpId="0" bldLvl="0" animBg="1"/>
      <p:bldP spid="3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864870" y="469265"/>
            <a:ext cx="4562475" cy="1447800"/>
          </a:xfrm>
          <a:prstGeom prst="rect">
            <a:avLst/>
          </a:prstGeom>
        </p:spPr>
      </p:pic>
      <p:pic>
        <p:nvPicPr>
          <p:cNvPr id="5" name="Picture 4"/>
          <p:cNvPicPr>
            <a:picLocks noChangeAspect="1"/>
          </p:cNvPicPr>
          <p:nvPr/>
        </p:nvPicPr>
        <p:blipFill>
          <a:blip r:embed="rId2"/>
          <a:stretch>
            <a:fillRect/>
          </a:stretch>
        </p:blipFill>
        <p:spPr>
          <a:xfrm>
            <a:off x="5853430" y="193040"/>
            <a:ext cx="5137785" cy="2254250"/>
          </a:xfrm>
          <a:prstGeom prst="rect">
            <a:avLst/>
          </a:prstGeom>
        </p:spPr>
      </p:pic>
      <p:pic>
        <p:nvPicPr>
          <p:cNvPr id="6" name="Picture 5"/>
          <p:cNvPicPr>
            <a:picLocks noChangeAspect="1"/>
          </p:cNvPicPr>
          <p:nvPr/>
        </p:nvPicPr>
        <p:blipFill>
          <a:blip r:embed="rId3"/>
          <a:stretch>
            <a:fillRect/>
          </a:stretch>
        </p:blipFill>
        <p:spPr>
          <a:xfrm>
            <a:off x="131445" y="1021715"/>
            <a:ext cx="895350" cy="895350"/>
          </a:xfrm>
          <a:prstGeom prst="rect">
            <a:avLst/>
          </a:prstGeom>
        </p:spPr>
      </p:pic>
      <p:pic>
        <p:nvPicPr>
          <p:cNvPr id="7" name="Picture 6"/>
          <p:cNvPicPr>
            <a:picLocks noChangeAspect="1"/>
          </p:cNvPicPr>
          <p:nvPr/>
        </p:nvPicPr>
        <p:blipFill>
          <a:blip r:embed="rId4"/>
          <a:stretch>
            <a:fillRect/>
          </a:stretch>
        </p:blipFill>
        <p:spPr>
          <a:xfrm>
            <a:off x="10792460" y="886460"/>
            <a:ext cx="1059815" cy="1030605"/>
          </a:xfrm>
          <a:prstGeom prst="rect">
            <a:avLst/>
          </a:prstGeom>
        </p:spPr>
      </p:pic>
      <p:pic>
        <p:nvPicPr>
          <p:cNvPr id="8" name="Picture 7"/>
          <p:cNvPicPr>
            <a:picLocks noChangeAspect="1"/>
          </p:cNvPicPr>
          <p:nvPr/>
        </p:nvPicPr>
        <p:blipFill>
          <a:blip r:embed="rId5"/>
          <a:stretch>
            <a:fillRect/>
          </a:stretch>
        </p:blipFill>
        <p:spPr>
          <a:xfrm>
            <a:off x="1317625" y="3143250"/>
            <a:ext cx="1466850" cy="571500"/>
          </a:xfrm>
          <a:prstGeom prst="rect">
            <a:avLst/>
          </a:prstGeom>
        </p:spPr>
      </p:pic>
      <p:pic>
        <p:nvPicPr>
          <p:cNvPr id="9" name="Picture 8"/>
          <p:cNvPicPr>
            <a:picLocks noChangeAspect="1"/>
          </p:cNvPicPr>
          <p:nvPr/>
        </p:nvPicPr>
        <p:blipFill>
          <a:blip r:embed="rId6"/>
          <a:stretch>
            <a:fillRect/>
          </a:stretch>
        </p:blipFill>
        <p:spPr>
          <a:xfrm>
            <a:off x="4514215" y="2721610"/>
            <a:ext cx="6477000" cy="3524250"/>
          </a:xfrm>
          <a:prstGeom prst="rect">
            <a:avLst/>
          </a:prstGeom>
        </p:spPr>
      </p:pic>
      <p:pic>
        <p:nvPicPr>
          <p:cNvPr id="10" name="图片 5"/>
          <p:cNvPicPr>
            <a:picLocks noChangeAspect="1"/>
          </p:cNvPicPr>
          <p:nvPr/>
        </p:nvPicPr>
        <p:blipFill rotWithShape="1">
          <a:blip r:embed="rId7" cstate="print">
            <a:extLst>
              <a:ext uri="{28A0092B-C50C-407E-A947-70E740481C1C}">
                <a14:useLocalDpi xmlns:a14="http://schemas.microsoft.com/office/drawing/2010/main" val="0"/>
              </a:ext>
            </a:extLst>
          </a:blip>
          <a:srcRect l="8133" r="5703" b="26169"/>
          <a:stretch>
            <a:fillRect/>
          </a:stretch>
        </p:blipFill>
        <p:spPr>
          <a:xfrm>
            <a:off x="-1610527" y="4027935"/>
            <a:ext cx="3441031" cy="38443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940560" y="327660"/>
            <a:ext cx="1209675" cy="552450"/>
          </a:xfrm>
          <a:prstGeom prst="rect">
            <a:avLst/>
          </a:prstGeom>
        </p:spPr>
      </p:pic>
      <p:pic>
        <p:nvPicPr>
          <p:cNvPr id="5" name="Picture 4"/>
          <p:cNvPicPr>
            <a:picLocks noChangeAspect="1"/>
          </p:cNvPicPr>
          <p:nvPr/>
        </p:nvPicPr>
        <p:blipFill>
          <a:blip r:embed="rId2"/>
          <a:stretch>
            <a:fillRect/>
          </a:stretch>
        </p:blipFill>
        <p:spPr>
          <a:xfrm>
            <a:off x="160020" y="201930"/>
            <a:ext cx="793115" cy="1050290"/>
          </a:xfrm>
          <a:prstGeom prst="rect">
            <a:avLst/>
          </a:prstGeom>
        </p:spPr>
      </p:pic>
      <p:pic>
        <p:nvPicPr>
          <p:cNvPr id="6" name="Picture 5"/>
          <p:cNvPicPr>
            <a:picLocks noChangeAspect="1"/>
          </p:cNvPicPr>
          <p:nvPr/>
        </p:nvPicPr>
        <p:blipFill>
          <a:blip r:embed="rId3"/>
          <a:stretch>
            <a:fillRect/>
          </a:stretch>
        </p:blipFill>
        <p:spPr>
          <a:xfrm>
            <a:off x="4137660" y="201930"/>
            <a:ext cx="5706110" cy="2700020"/>
          </a:xfrm>
          <a:prstGeom prst="rect">
            <a:avLst/>
          </a:prstGeom>
        </p:spPr>
      </p:pic>
      <p:pic>
        <p:nvPicPr>
          <p:cNvPr id="7" name="Picture 6"/>
          <p:cNvPicPr>
            <a:picLocks noChangeAspect="1"/>
          </p:cNvPicPr>
          <p:nvPr/>
        </p:nvPicPr>
        <p:blipFill>
          <a:blip r:embed="rId4"/>
          <a:stretch>
            <a:fillRect/>
          </a:stretch>
        </p:blipFill>
        <p:spPr>
          <a:xfrm>
            <a:off x="10719435" y="327660"/>
            <a:ext cx="1015365" cy="987425"/>
          </a:xfrm>
          <a:prstGeom prst="rect">
            <a:avLst/>
          </a:prstGeom>
        </p:spPr>
      </p:pic>
      <p:pic>
        <p:nvPicPr>
          <p:cNvPr id="8" name="Picture 7"/>
          <p:cNvPicPr>
            <a:picLocks noChangeAspect="1"/>
          </p:cNvPicPr>
          <p:nvPr/>
        </p:nvPicPr>
        <p:blipFill>
          <a:blip r:embed="rId5"/>
          <a:stretch>
            <a:fillRect/>
          </a:stretch>
        </p:blipFill>
        <p:spPr>
          <a:xfrm>
            <a:off x="1678305" y="3002915"/>
            <a:ext cx="1285875" cy="523875"/>
          </a:xfrm>
          <a:prstGeom prst="rect">
            <a:avLst/>
          </a:prstGeom>
        </p:spPr>
      </p:pic>
      <p:pic>
        <p:nvPicPr>
          <p:cNvPr id="9" name="Picture 8"/>
          <p:cNvPicPr>
            <a:picLocks noChangeAspect="1"/>
          </p:cNvPicPr>
          <p:nvPr/>
        </p:nvPicPr>
        <p:blipFill>
          <a:blip r:embed="rId6"/>
          <a:stretch>
            <a:fillRect/>
          </a:stretch>
        </p:blipFill>
        <p:spPr>
          <a:xfrm>
            <a:off x="4481195" y="3002915"/>
            <a:ext cx="5180965" cy="3701415"/>
          </a:xfrm>
          <a:prstGeom prst="rect">
            <a:avLst/>
          </a:prstGeom>
        </p:spPr>
      </p:pic>
      <p:pic>
        <p:nvPicPr>
          <p:cNvPr id="10" name="图片 5"/>
          <p:cNvPicPr>
            <a:picLocks noChangeAspect="1"/>
          </p:cNvPicPr>
          <p:nvPr/>
        </p:nvPicPr>
        <p:blipFill rotWithShape="1">
          <a:blip r:embed="rId7" cstate="print">
            <a:extLst>
              <a:ext uri="{28A0092B-C50C-407E-A947-70E740481C1C}">
                <a14:useLocalDpi xmlns:a14="http://schemas.microsoft.com/office/drawing/2010/main" val="0"/>
              </a:ext>
            </a:extLst>
          </a:blip>
          <a:srcRect l="8133" r="5703" b="26169"/>
          <a:stretch>
            <a:fillRect/>
          </a:stretch>
        </p:blipFill>
        <p:spPr>
          <a:xfrm>
            <a:off x="-1668947" y="2902080"/>
            <a:ext cx="3441031" cy="38443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160020" y="201930"/>
            <a:ext cx="793115" cy="1050290"/>
          </a:xfrm>
          <a:prstGeom prst="rect">
            <a:avLst/>
          </a:prstGeom>
        </p:spPr>
      </p:pic>
      <p:pic>
        <p:nvPicPr>
          <p:cNvPr id="7" name="Picture 6"/>
          <p:cNvPicPr>
            <a:picLocks noChangeAspect="1"/>
          </p:cNvPicPr>
          <p:nvPr/>
        </p:nvPicPr>
        <p:blipFill>
          <a:blip r:embed="rId2"/>
          <a:stretch>
            <a:fillRect/>
          </a:stretch>
        </p:blipFill>
        <p:spPr>
          <a:xfrm>
            <a:off x="10719435" y="327660"/>
            <a:ext cx="1015365" cy="987425"/>
          </a:xfrm>
          <a:prstGeom prst="rect">
            <a:avLst/>
          </a:prstGeom>
        </p:spPr>
      </p:pic>
      <p:pic>
        <p:nvPicPr>
          <p:cNvPr id="2" name="Picture 1"/>
          <p:cNvPicPr>
            <a:picLocks noChangeAspect="1"/>
          </p:cNvPicPr>
          <p:nvPr/>
        </p:nvPicPr>
        <p:blipFill>
          <a:blip r:embed="rId3"/>
          <a:stretch>
            <a:fillRect/>
          </a:stretch>
        </p:blipFill>
        <p:spPr>
          <a:xfrm>
            <a:off x="1304925" y="553085"/>
            <a:ext cx="1228725" cy="762000"/>
          </a:xfrm>
          <a:prstGeom prst="rect">
            <a:avLst/>
          </a:prstGeom>
        </p:spPr>
      </p:pic>
      <p:pic>
        <p:nvPicPr>
          <p:cNvPr id="3" name="Picture 2"/>
          <p:cNvPicPr>
            <a:picLocks noChangeAspect="1"/>
          </p:cNvPicPr>
          <p:nvPr/>
        </p:nvPicPr>
        <p:blipFill>
          <a:blip r:embed="rId4"/>
          <a:stretch>
            <a:fillRect/>
          </a:stretch>
        </p:blipFill>
        <p:spPr>
          <a:xfrm>
            <a:off x="4233545" y="553085"/>
            <a:ext cx="5219700" cy="4848225"/>
          </a:xfrm>
          <a:prstGeom prst="rect">
            <a:avLst/>
          </a:prstGeom>
        </p:spPr>
      </p:pic>
      <p:pic>
        <p:nvPicPr>
          <p:cNvPr id="10" name="图片 5"/>
          <p:cNvPicPr>
            <a:picLocks noChangeAspect="1"/>
          </p:cNvPicPr>
          <p:nvPr/>
        </p:nvPicPr>
        <p:blipFill rotWithShape="1">
          <a:blip r:embed="rId5" cstate="print">
            <a:extLst>
              <a:ext uri="{28A0092B-C50C-407E-A947-70E740481C1C}">
                <a14:useLocalDpi xmlns:a14="http://schemas.microsoft.com/office/drawing/2010/main" val="0"/>
              </a:ext>
            </a:extLst>
          </a:blip>
          <a:srcRect l="8133" r="5703" b="26169"/>
          <a:stretch>
            <a:fillRect/>
          </a:stretch>
        </p:blipFill>
        <p:spPr>
          <a:xfrm>
            <a:off x="-1361607" y="3013840"/>
            <a:ext cx="3441031" cy="38443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36" name="文本框 35"/>
          <p:cNvSpPr txBox="1"/>
          <p:nvPr/>
        </p:nvSpPr>
        <p:spPr>
          <a:xfrm>
            <a:off x="3230245" y="234315"/>
            <a:ext cx="5731510" cy="706755"/>
          </a:xfrm>
          <a:prstGeom prst="rect">
            <a:avLst/>
          </a:prstGeom>
          <a:noFill/>
        </p:spPr>
        <p:txBody>
          <a:bodyPr wrap="squar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Postman Collection</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pic>
        <p:nvPicPr>
          <p:cNvPr id="4" name="Picture 3"/>
          <p:cNvPicPr>
            <a:picLocks noChangeAspect="1"/>
          </p:cNvPicPr>
          <p:nvPr/>
        </p:nvPicPr>
        <p:blipFill>
          <a:blip r:embed="rId2"/>
          <a:stretch>
            <a:fillRect/>
          </a:stretch>
        </p:blipFill>
        <p:spPr>
          <a:xfrm>
            <a:off x="2468245" y="1537335"/>
            <a:ext cx="7255510" cy="5253990"/>
          </a:xfrm>
          <a:prstGeom prst="rect">
            <a:avLst/>
          </a:prstGeom>
        </p:spPr>
      </p:pic>
      <p:sp>
        <p:nvSpPr>
          <p:cNvPr id="5" name="Text Box 4"/>
          <p:cNvSpPr txBox="1"/>
          <p:nvPr/>
        </p:nvSpPr>
        <p:spPr>
          <a:xfrm>
            <a:off x="2467610" y="1184910"/>
            <a:ext cx="6995160" cy="368300"/>
          </a:xfrm>
          <a:prstGeom prst="rect">
            <a:avLst/>
          </a:prstGeom>
          <a:noFill/>
        </p:spPr>
        <p:txBody>
          <a:bodyPr wrap="square" rtlCol="0">
            <a:spAutoFit/>
          </a:bodyPr>
          <a:p>
            <a:r>
              <a:rPr lang="en-GB" altLang="en-US"/>
              <a:t>Header- </a:t>
            </a:r>
            <a:r>
              <a:rPr lang="en-US" altLang="en-US"/>
              <a:t>https://api.groq.com/openai/v1/chat/completions</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1000" fill="hold"/>
                                        <p:tgtEl>
                                          <p:spTgt spid="36"/>
                                        </p:tgtEl>
                                        <p:attrNameLst>
                                          <p:attrName>ppt_w</p:attrName>
                                        </p:attrNameLst>
                                      </p:cBhvr>
                                      <p:tavLst>
                                        <p:tav tm="0">
                                          <p:val>
                                            <p:strVal val="#ppt_w+.3"/>
                                          </p:val>
                                        </p:tav>
                                        <p:tav tm="100000">
                                          <p:val>
                                            <p:strVal val="#ppt_w"/>
                                          </p:val>
                                        </p:tav>
                                      </p:tavLst>
                                    </p:anim>
                                    <p:anim calcmode="lin" valueType="num">
                                      <p:cBhvr>
                                        <p:cTn id="8" dur="1000" fill="hold"/>
                                        <p:tgtEl>
                                          <p:spTgt spid="36"/>
                                        </p:tgtEl>
                                        <p:attrNameLst>
                                          <p:attrName>ppt_h</p:attrName>
                                        </p:attrNameLst>
                                      </p:cBhvr>
                                      <p:tavLst>
                                        <p:tav tm="0">
                                          <p:val>
                                            <p:strVal val="#ppt_h"/>
                                          </p:val>
                                        </p:tav>
                                        <p:tav tm="100000">
                                          <p:val>
                                            <p:strVal val="#ppt_h"/>
                                          </p:val>
                                        </p:tav>
                                      </p:tavLst>
                                    </p:anim>
                                    <p:animEffect transition="in" filter="fade">
                                      <p:cBhvr>
                                        <p:cTn id="9"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36" name="文本框 35"/>
          <p:cNvSpPr txBox="1"/>
          <p:nvPr/>
        </p:nvSpPr>
        <p:spPr>
          <a:xfrm>
            <a:off x="3230245" y="234315"/>
            <a:ext cx="5731510" cy="706755"/>
          </a:xfrm>
          <a:prstGeom prst="rect">
            <a:avLst/>
          </a:prstGeom>
          <a:noFill/>
        </p:spPr>
        <p:txBody>
          <a:bodyPr wrap="squar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Postman Collection</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5" name="Text Box 4"/>
          <p:cNvSpPr txBox="1"/>
          <p:nvPr/>
        </p:nvSpPr>
        <p:spPr>
          <a:xfrm>
            <a:off x="2467610" y="1184910"/>
            <a:ext cx="6995160" cy="368300"/>
          </a:xfrm>
          <a:prstGeom prst="rect">
            <a:avLst/>
          </a:prstGeom>
          <a:noFill/>
        </p:spPr>
        <p:txBody>
          <a:bodyPr wrap="square" rtlCol="0">
            <a:spAutoFit/>
          </a:bodyPr>
          <a:p>
            <a:r>
              <a:rPr lang="en-US" altLang="en-US"/>
              <a:t>https://api.groq.com/openai/v1/audio/transcriptions</a:t>
            </a:r>
            <a:endParaRPr lang="en-US" altLang="en-US"/>
          </a:p>
        </p:txBody>
      </p:sp>
      <p:pic>
        <p:nvPicPr>
          <p:cNvPr id="2" name="Picture 1"/>
          <p:cNvPicPr>
            <a:picLocks noChangeAspect="1"/>
          </p:cNvPicPr>
          <p:nvPr/>
        </p:nvPicPr>
        <p:blipFill>
          <a:blip r:embed="rId2"/>
          <a:stretch>
            <a:fillRect/>
          </a:stretch>
        </p:blipFill>
        <p:spPr>
          <a:xfrm>
            <a:off x="2967990" y="1797050"/>
            <a:ext cx="6707505" cy="46342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1000" fill="hold"/>
                                        <p:tgtEl>
                                          <p:spTgt spid="36"/>
                                        </p:tgtEl>
                                        <p:attrNameLst>
                                          <p:attrName>ppt_w</p:attrName>
                                        </p:attrNameLst>
                                      </p:cBhvr>
                                      <p:tavLst>
                                        <p:tav tm="0">
                                          <p:val>
                                            <p:strVal val="#ppt_w+.3"/>
                                          </p:val>
                                        </p:tav>
                                        <p:tav tm="100000">
                                          <p:val>
                                            <p:strVal val="#ppt_w"/>
                                          </p:val>
                                        </p:tav>
                                      </p:tavLst>
                                    </p:anim>
                                    <p:anim calcmode="lin" valueType="num">
                                      <p:cBhvr>
                                        <p:cTn id="8" dur="1000" fill="hold"/>
                                        <p:tgtEl>
                                          <p:spTgt spid="36"/>
                                        </p:tgtEl>
                                        <p:attrNameLst>
                                          <p:attrName>ppt_h</p:attrName>
                                        </p:attrNameLst>
                                      </p:cBhvr>
                                      <p:tavLst>
                                        <p:tav tm="0">
                                          <p:val>
                                            <p:strVal val="#ppt_h"/>
                                          </p:val>
                                        </p:tav>
                                        <p:tav tm="100000">
                                          <p:val>
                                            <p:strVal val="#ppt_h"/>
                                          </p:val>
                                        </p:tav>
                                      </p:tavLst>
                                    </p:anim>
                                    <p:animEffect transition="in" filter="fade">
                                      <p:cBhvr>
                                        <p:cTn id="9"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1082842" y="-1753740"/>
            <a:ext cx="3441031" cy="3844364"/>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rot="16200000" flipH="1">
            <a:off x="9919467" y="-2623187"/>
            <a:ext cx="4160057" cy="4647669"/>
          </a:xfrm>
          <a:prstGeom prst="rect">
            <a:avLst/>
          </a:prstGeom>
        </p:spPr>
      </p:pic>
      <p:sp>
        <p:nvSpPr>
          <p:cNvPr id="36" name="文本框 35"/>
          <p:cNvSpPr txBox="1"/>
          <p:nvPr/>
        </p:nvSpPr>
        <p:spPr>
          <a:xfrm>
            <a:off x="3230245" y="234315"/>
            <a:ext cx="5731510" cy="706755"/>
          </a:xfrm>
          <a:prstGeom prst="rect">
            <a:avLst/>
          </a:prstGeom>
          <a:noFill/>
        </p:spPr>
        <p:txBody>
          <a:bodyPr wrap="square" rtlCol="0">
            <a:spAutoFit/>
          </a:bodyPr>
          <a:lstStyle/>
          <a:p>
            <a:r>
              <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rPr>
              <a:t>Postman Collection</a:t>
            </a:r>
            <a:endParaRPr lang="en-GB" altLang="en-US" sz="4000" b="1" dirty="0">
              <a:gradFill>
                <a:gsLst>
                  <a:gs pos="0">
                    <a:srgbClr val="51C7F3"/>
                  </a:gs>
                  <a:gs pos="100000">
                    <a:srgbClr val="026DB7"/>
                  </a:gs>
                </a:gsLst>
                <a:lin ang="5400000" scaled="1"/>
              </a:gradFill>
              <a:latin typeface="Arial" panose="020B0604020202020204" pitchFamily="34" charset="0"/>
              <a:ea typeface="张海山锐线体2.0" panose="02000000000000000000" pitchFamily="2" charset="-122"/>
              <a:cs typeface="Arial" panose="020B0604020202020204" pitchFamily="34" charset="0"/>
            </a:endParaRPr>
          </a:p>
        </p:txBody>
      </p:sp>
      <p:sp>
        <p:nvSpPr>
          <p:cNvPr id="5" name="Text Box 4"/>
          <p:cNvSpPr txBox="1"/>
          <p:nvPr/>
        </p:nvSpPr>
        <p:spPr>
          <a:xfrm>
            <a:off x="2467610" y="1184910"/>
            <a:ext cx="6995160" cy="368300"/>
          </a:xfrm>
          <a:prstGeom prst="rect">
            <a:avLst/>
          </a:prstGeom>
          <a:noFill/>
        </p:spPr>
        <p:txBody>
          <a:bodyPr wrap="square" rtlCol="0">
            <a:spAutoFit/>
          </a:bodyPr>
          <a:p>
            <a:r>
              <a:rPr lang="en-US" altLang="en-US"/>
              <a:t>https://api.groq.com/openai/v1/chat/completions</a:t>
            </a:r>
            <a:endParaRPr lang="en-US" altLang="en-US"/>
          </a:p>
        </p:txBody>
      </p:sp>
      <p:pic>
        <p:nvPicPr>
          <p:cNvPr id="3" name="Picture 2"/>
          <p:cNvPicPr>
            <a:picLocks noChangeAspect="1"/>
          </p:cNvPicPr>
          <p:nvPr/>
        </p:nvPicPr>
        <p:blipFill>
          <a:blip r:embed="rId2"/>
          <a:stretch>
            <a:fillRect/>
          </a:stretch>
        </p:blipFill>
        <p:spPr>
          <a:xfrm>
            <a:off x="2580640" y="1734820"/>
            <a:ext cx="6872605" cy="46951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1000" fill="hold"/>
                                        <p:tgtEl>
                                          <p:spTgt spid="36"/>
                                        </p:tgtEl>
                                        <p:attrNameLst>
                                          <p:attrName>ppt_w</p:attrName>
                                        </p:attrNameLst>
                                      </p:cBhvr>
                                      <p:tavLst>
                                        <p:tav tm="0">
                                          <p:val>
                                            <p:strVal val="#ppt_w+.3"/>
                                          </p:val>
                                        </p:tav>
                                        <p:tav tm="100000">
                                          <p:val>
                                            <p:strVal val="#ppt_w"/>
                                          </p:val>
                                        </p:tav>
                                      </p:tavLst>
                                    </p:anim>
                                    <p:anim calcmode="lin" valueType="num">
                                      <p:cBhvr>
                                        <p:cTn id="8" dur="1000" fill="hold"/>
                                        <p:tgtEl>
                                          <p:spTgt spid="36"/>
                                        </p:tgtEl>
                                        <p:attrNameLst>
                                          <p:attrName>ppt_h</p:attrName>
                                        </p:attrNameLst>
                                      </p:cBhvr>
                                      <p:tavLst>
                                        <p:tav tm="0">
                                          <p:val>
                                            <p:strVal val="#ppt_h"/>
                                          </p:val>
                                        </p:tav>
                                        <p:tav tm="100000">
                                          <p:val>
                                            <p:strVal val="#ppt_h"/>
                                          </p:val>
                                        </p:tav>
                                      </p:tavLst>
                                    </p:anim>
                                    <p:animEffect transition="in" filter="fade">
                                      <p:cBhvr>
                                        <p:cTn id="9"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a:off x="-2034863" y="-1674253"/>
            <a:ext cx="5988677" cy="7546309"/>
          </a:xfrm>
          <a:prstGeom prst="rect">
            <a:avLst/>
          </a:prstGeom>
        </p:spPr>
      </p:pic>
      <p:pic>
        <p:nvPicPr>
          <p:cNvPr id="7" name="图片 6"/>
          <p:cNvPicPr>
            <a:picLocks noChangeAspect="1"/>
          </p:cNvPicPr>
          <p:nvPr/>
        </p:nvPicPr>
        <p:blipFill rotWithShape="1">
          <a:blip r:embed="rId1" cstate="print">
            <a:extLst>
              <a:ext uri="{28A0092B-C50C-407E-A947-70E740481C1C}">
                <a14:useLocalDpi xmlns:a14="http://schemas.microsoft.com/office/drawing/2010/main" val="0"/>
              </a:ext>
            </a:extLst>
          </a:blip>
          <a:srcRect l="8133" r="5703" b="26169"/>
          <a:stretch>
            <a:fillRect/>
          </a:stretch>
        </p:blipFill>
        <p:spPr>
          <a:xfrm flipV="1">
            <a:off x="9478944" y="-1152940"/>
            <a:ext cx="4829764" cy="6085967"/>
          </a:xfrm>
          <a:custGeom>
            <a:avLst/>
            <a:gdLst>
              <a:gd name="connsiteX0" fmla="*/ 0 w 4829764"/>
              <a:gd name="connsiteY0" fmla="*/ 6085967 h 6085967"/>
              <a:gd name="connsiteX1" fmla="*/ 4829764 w 4829764"/>
              <a:gd name="connsiteY1" fmla="*/ 6085967 h 6085967"/>
              <a:gd name="connsiteX2" fmla="*/ 4829764 w 4829764"/>
              <a:gd name="connsiteY2" fmla="*/ 0 h 6085967"/>
              <a:gd name="connsiteX3" fmla="*/ 2274590 w 4829764"/>
              <a:gd name="connsiteY3" fmla="*/ 0 h 6085967"/>
              <a:gd name="connsiteX4" fmla="*/ 2414882 w 4829764"/>
              <a:gd name="connsiteY4" fmla="*/ 117230 h 6085967"/>
              <a:gd name="connsiteX5" fmla="*/ 1216730 w 4829764"/>
              <a:gd name="connsiteY5" fmla="*/ 1551084 h 6085967"/>
              <a:gd name="connsiteX6" fmla="*/ 0 w 4829764"/>
              <a:gd name="connsiteY6" fmla="*/ 534364 h 608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29764" h="6085967">
                <a:moveTo>
                  <a:pt x="0" y="6085967"/>
                </a:moveTo>
                <a:lnTo>
                  <a:pt x="4829764" y="6085967"/>
                </a:lnTo>
                <a:lnTo>
                  <a:pt x="4829764" y="0"/>
                </a:lnTo>
                <a:lnTo>
                  <a:pt x="2274590" y="0"/>
                </a:lnTo>
                <a:lnTo>
                  <a:pt x="2414882" y="117230"/>
                </a:lnTo>
                <a:lnTo>
                  <a:pt x="1216730" y="1551084"/>
                </a:lnTo>
                <a:lnTo>
                  <a:pt x="0" y="534364"/>
                </a:lnTo>
                <a:close/>
              </a:path>
            </a:pathLst>
          </a:custGeom>
        </p:spPr>
      </p:pic>
      <p:sp>
        <p:nvSpPr>
          <p:cNvPr id="5" name="文本框 4" descr="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
          <p:cNvSpPr txBox="1"/>
          <p:nvPr/>
        </p:nvSpPr>
        <p:spPr>
          <a:xfrm flipH="1">
            <a:off x="3953330" y="2170813"/>
            <a:ext cx="5975744" cy="1106805"/>
          </a:xfrm>
          <a:prstGeom prst="rect">
            <a:avLst/>
          </a:prstGeom>
          <a:noFill/>
        </p:spPr>
        <p:txBody>
          <a:bodyPr wrap="square" rtlCol="0">
            <a:spAutoFit/>
          </a:bodyPr>
          <a:lstStyle/>
          <a:p>
            <a:pPr algn="ctr"/>
            <a:r>
              <a:rPr lang="en-US" altLang="zh-CN" sz="6600" b="1" dirty="0" smtClean="0">
                <a:gradFill>
                  <a:gsLst>
                    <a:gs pos="0">
                      <a:srgbClr val="51C7F3"/>
                    </a:gs>
                    <a:gs pos="100000">
                      <a:srgbClr val="084B9D"/>
                    </a:gs>
                  </a:gsLst>
                  <a:lin ang="5400000" scaled="1"/>
                </a:gradFill>
                <a:latin typeface="张海山锐线体2.0" panose="02000000000000000000" pitchFamily="2" charset="-122"/>
                <a:ea typeface="张海山锐线体2.0" panose="02000000000000000000" pitchFamily="2" charset="-122"/>
                <a:cs typeface="Aharoni" panose="02010803020104030203" pitchFamily="2" charset="-79"/>
              </a:rPr>
              <a:t>Thank </a:t>
            </a:r>
            <a:r>
              <a:rPr lang="en-US" altLang="zh-CN" sz="6600" b="1" dirty="0">
                <a:gradFill>
                  <a:gsLst>
                    <a:gs pos="0">
                      <a:srgbClr val="51C7F3"/>
                    </a:gs>
                    <a:gs pos="100000">
                      <a:srgbClr val="084B9D"/>
                    </a:gs>
                  </a:gsLst>
                  <a:lin ang="5400000" scaled="1"/>
                </a:gradFill>
                <a:latin typeface="张海山锐线体2.0" panose="02000000000000000000" pitchFamily="2" charset="-122"/>
                <a:ea typeface="张海山锐线体2.0" panose="02000000000000000000" pitchFamily="2" charset="-122"/>
                <a:cs typeface="Aharoni" panose="02010803020104030203" pitchFamily="2" charset="-79"/>
              </a:rPr>
              <a:t>you </a:t>
            </a:r>
            <a:endParaRPr lang="en-US" altLang="zh-CN" sz="6600" b="1" dirty="0">
              <a:gradFill>
                <a:gsLst>
                  <a:gs pos="0">
                    <a:srgbClr val="51C7F3"/>
                  </a:gs>
                  <a:gs pos="100000">
                    <a:srgbClr val="084B9D"/>
                  </a:gs>
                </a:gsLst>
                <a:lin ang="5400000" scaled="1"/>
              </a:gradFill>
              <a:latin typeface="张海山锐线体2.0" panose="02000000000000000000" pitchFamily="2" charset="-122"/>
              <a:ea typeface="张海山锐线体2.0" panose="02000000000000000000" pitchFamily="2" charset="-122"/>
              <a:cs typeface="Aharoni" panose="02010803020104030203" pitchFamily="2" charset="-79"/>
            </a:endParaRPr>
          </a:p>
        </p:txBody>
      </p:sp>
      <p:cxnSp>
        <p:nvCxnSpPr>
          <p:cNvPr id="15" name="直接连接符 14"/>
          <p:cNvCxnSpPr/>
          <p:nvPr/>
        </p:nvCxnSpPr>
        <p:spPr>
          <a:xfrm>
            <a:off x="6381006" y="1595416"/>
            <a:ext cx="540000" cy="0"/>
          </a:xfrm>
          <a:prstGeom prst="line">
            <a:avLst/>
          </a:prstGeom>
          <a:noFill/>
          <a:ln w="38100">
            <a:solidFill>
              <a:srgbClr val="026DB7"/>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6" name="文本框 4" descr="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
          <p:cNvSpPr txBox="1"/>
          <p:nvPr/>
        </p:nvSpPr>
        <p:spPr>
          <a:xfrm flipH="1">
            <a:off x="4919980" y="5452110"/>
            <a:ext cx="7026275" cy="1014730"/>
          </a:xfrm>
          <a:prstGeom prst="rect">
            <a:avLst/>
          </a:prstGeom>
          <a:noFill/>
        </p:spPr>
        <p:txBody>
          <a:bodyPr wrap="square" rtlCol="0">
            <a:spAutoFit/>
          </a:bodyPr>
          <a:lstStyle/>
          <a:p>
            <a:pPr algn="ctr"/>
            <a:r>
              <a:rPr lang="en-GB" altLang="en-US" sz="5400" b="1" dirty="0" smtClean="0">
                <a:gradFill>
                  <a:gsLst>
                    <a:gs pos="0">
                      <a:srgbClr val="51C7F3"/>
                    </a:gs>
                    <a:gs pos="100000">
                      <a:srgbClr val="084B9D"/>
                    </a:gs>
                  </a:gsLst>
                  <a:lin ang="5400000" scaled="1"/>
                </a:gradFill>
                <a:latin typeface="张海山锐线体2.0" panose="02000000000000000000" pitchFamily="2" charset="-122"/>
                <a:ea typeface="张海山锐线体2.0" panose="02000000000000000000" pitchFamily="2" charset="-122"/>
                <a:cs typeface="Aharoni" panose="02010803020104030203" pitchFamily="2" charset="-79"/>
              </a:rPr>
              <a:t>By- JyothiSushma E</a:t>
            </a:r>
            <a:r>
              <a:rPr lang="en-US" altLang="zh-CN" sz="6000" b="1" dirty="0">
                <a:gradFill>
                  <a:gsLst>
                    <a:gs pos="0">
                      <a:srgbClr val="51C7F3"/>
                    </a:gs>
                    <a:gs pos="100000">
                      <a:srgbClr val="084B9D"/>
                    </a:gs>
                  </a:gsLst>
                  <a:lin ang="5400000" scaled="1"/>
                </a:gradFill>
                <a:latin typeface="张海山锐线体2.0" panose="02000000000000000000" pitchFamily="2" charset="-122"/>
                <a:ea typeface="张海山锐线体2.0" panose="02000000000000000000" pitchFamily="2" charset="-122"/>
                <a:cs typeface="Aharoni" panose="02010803020104030203" pitchFamily="2" charset="-79"/>
              </a:rPr>
              <a:t> </a:t>
            </a:r>
            <a:endParaRPr lang="zh-CN" altLang="en-US" sz="5400" b="1" dirty="0">
              <a:gradFill>
                <a:gsLst>
                  <a:gs pos="0">
                    <a:srgbClr val="51C7F3"/>
                  </a:gs>
                  <a:gs pos="100000">
                    <a:srgbClr val="084B9D"/>
                  </a:gs>
                </a:gsLst>
                <a:lin ang="5400000" scaled="1"/>
              </a:gradFill>
              <a:latin typeface="张海山锐线体2.0" panose="02000000000000000000" pitchFamily="2" charset="-122"/>
              <a:ea typeface="张海山锐线体2.0" panose="02000000000000000000" pitchFamily="2" charset="-122"/>
              <a:cs typeface="Aharoni" panose="02010803020104030203" pitchFamily="2" charset="-79"/>
            </a:endParaRPr>
          </a:p>
        </p:txBody>
      </p:sp>
      <p:cxnSp>
        <p:nvCxnSpPr>
          <p:cNvPr id="16" name="直接连接符 14"/>
          <p:cNvCxnSpPr/>
          <p:nvPr/>
        </p:nvCxnSpPr>
        <p:spPr>
          <a:xfrm>
            <a:off x="6508006" y="3727111"/>
            <a:ext cx="540000" cy="0"/>
          </a:xfrm>
          <a:prstGeom prst="line">
            <a:avLst/>
          </a:prstGeom>
          <a:noFill/>
          <a:ln w="38100">
            <a:solidFill>
              <a:srgbClr val="026DB7"/>
            </a:solidFill>
            <a:prstDash val="solid"/>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750" fill="hold"/>
                                        <p:tgtEl>
                                          <p:spTgt spid="5"/>
                                        </p:tgtEl>
                                        <p:attrNameLst>
                                          <p:attrName>ppt_w</p:attrName>
                                        </p:attrNameLst>
                                      </p:cBhvr>
                                      <p:tavLst>
                                        <p:tav tm="0">
                                          <p:val>
                                            <p:fltVal val="0"/>
                                          </p:val>
                                        </p:tav>
                                        <p:tav tm="100000">
                                          <p:val>
                                            <p:strVal val="#ppt_w"/>
                                          </p:val>
                                        </p:tav>
                                      </p:tavLst>
                                    </p:anim>
                                    <p:anim calcmode="lin" valueType="num">
                                      <p:cBhvr>
                                        <p:cTn id="8" dur="750" fill="hold"/>
                                        <p:tgtEl>
                                          <p:spTgt spid="5"/>
                                        </p:tgtEl>
                                        <p:attrNameLst>
                                          <p:attrName>ppt_h</p:attrName>
                                        </p:attrNameLst>
                                      </p:cBhvr>
                                      <p:tavLst>
                                        <p:tav tm="0">
                                          <p:val>
                                            <p:fltVal val="0"/>
                                          </p:val>
                                        </p:tav>
                                        <p:tav tm="100000">
                                          <p:val>
                                            <p:strVal val="#ppt_h"/>
                                          </p:val>
                                        </p:tav>
                                      </p:tavLst>
                                    </p:anim>
                                    <p:animEffect transition="in" filter="fade">
                                      <p:cBhvr>
                                        <p:cTn id="9" dur="750"/>
                                        <p:tgtEl>
                                          <p:spTgt spid="5"/>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750" fill="hold"/>
                                        <p:tgtEl>
                                          <p:spTgt spid="6"/>
                                        </p:tgtEl>
                                        <p:attrNameLst>
                                          <p:attrName>ppt_w</p:attrName>
                                        </p:attrNameLst>
                                      </p:cBhvr>
                                      <p:tavLst>
                                        <p:tav tm="0">
                                          <p:val>
                                            <p:fltVal val="0"/>
                                          </p:val>
                                        </p:tav>
                                        <p:tav tm="100000">
                                          <p:val>
                                            <p:strVal val="#ppt_w"/>
                                          </p:val>
                                        </p:tav>
                                      </p:tavLst>
                                    </p:anim>
                                    <p:anim calcmode="lin" valueType="num">
                                      <p:cBhvr>
                                        <p:cTn id="14" dur="750" fill="hold"/>
                                        <p:tgtEl>
                                          <p:spTgt spid="6"/>
                                        </p:tgtEl>
                                        <p:attrNameLst>
                                          <p:attrName>ppt_h</p:attrName>
                                        </p:attrNameLst>
                                      </p:cBhvr>
                                      <p:tavLst>
                                        <p:tav tm="0">
                                          <p:val>
                                            <p:fltVal val="0"/>
                                          </p:val>
                                        </p:tav>
                                        <p:tav tm="100000">
                                          <p:val>
                                            <p:strVal val="#ppt_h"/>
                                          </p:val>
                                        </p:tav>
                                      </p:tavLst>
                                    </p:anim>
                                    <p:animEffect transition="in" filter="fade">
                                      <p:cBhvr>
                                        <p:cTn id="15"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6184</Words>
  <Application>WPS Presentation</Application>
  <PresentationFormat>宽屏</PresentationFormat>
  <Paragraphs>201</Paragraphs>
  <Slides>19</Slides>
  <Notes>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19</vt:i4>
      </vt:variant>
    </vt:vector>
  </HeadingPairs>
  <TitlesOfParts>
    <vt:vector size="43" baseType="lpstr">
      <vt:lpstr>Arial</vt:lpstr>
      <vt:lpstr>SimSun</vt:lpstr>
      <vt:lpstr>Wingdings</vt:lpstr>
      <vt:lpstr>张海山锐线体2.0</vt:lpstr>
      <vt:lpstr>方正兰亭超细黑简体</vt:lpstr>
      <vt:lpstr>Microsoft YaHei</vt:lpstr>
      <vt:lpstr>Century Gothic</vt:lpstr>
      <vt:lpstr>Arial Unicode MS</vt:lpstr>
      <vt:lpstr>等线 Light</vt:lpstr>
      <vt:lpstr>等线</vt:lpstr>
      <vt:lpstr>Calibri</vt:lpstr>
      <vt:lpstr>Calibri</vt:lpstr>
      <vt:lpstr>Cordia New</vt:lpstr>
      <vt:lpstr>Elephant</vt:lpstr>
      <vt:lpstr>Arial Unicode MS</vt:lpstr>
      <vt:lpstr>Aharoni</vt:lpstr>
      <vt:lpstr>Arial</vt:lpstr>
      <vt:lpstr>Open Sans</vt:lpstr>
      <vt:lpstr>Segoe Print</vt:lpstr>
      <vt:lpstr>Montserrat</vt:lpstr>
      <vt:lpstr>Sitka Text</vt:lpstr>
      <vt:lpstr>Microsoft Sans Serif</vt:lpstr>
      <vt:lpstr>Yu Gothic UI Semibold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Jyothi Jyo</cp:lastModifiedBy>
  <cp:revision>52</cp:revision>
  <dcterms:created xsi:type="dcterms:W3CDTF">2018-08-15T03:21:00Z</dcterms:created>
  <dcterms:modified xsi:type="dcterms:W3CDTF">2026-07-17T18:15:28Z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4D18EDADF80345CFA2CB515E32C8C386_12</vt:lpwstr>
  </property>
</Properties>
</file>